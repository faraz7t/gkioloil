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  <p:sldMasterId id="2147483709" r:id="rId5"/>
  </p:sldMasterIdLst>
  <p:notesMasterIdLst>
    <p:notesMasterId r:id="rId43"/>
  </p:notesMasterIdLst>
  <p:sldIdLst>
    <p:sldId id="1864" r:id="rId6"/>
    <p:sldId id="256" r:id="rId7"/>
    <p:sldId id="319" r:id="rId8"/>
    <p:sldId id="258" r:id="rId9"/>
    <p:sldId id="1865" r:id="rId10"/>
    <p:sldId id="1866" r:id="rId11"/>
    <p:sldId id="1867" r:id="rId12"/>
    <p:sldId id="1868" r:id="rId13"/>
    <p:sldId id="1869" r:id="rId14"/>
    <p:sldId id="326" r:id="rId15"/>
    <p:sldId id="1870" r:id="rId16"/>
    <p:sldId id="1871" r:id="rId17"/>
    <p:sldId id="1872" r:id="rId18"/>
    <p:sldId id="1873" r:id="rId19"/>
    <p:sldId id="1875" r:id="rId20"/>
    <p:sldId id="1874" r:id="rId21"/>
    <p:sldId id="1876" r:id="rId22"/>
    <p:sldId id="337" r:id="rId23"/>
    <p:sldId id="358" r:id="rId24"/>
    <p:sldId id="1877" r:id="rId25"/>
    <p:sldId id="1878" r:id="rId26"/>
    <p:sldId id="1879" r:id="rId27"/>
    <p:sldId id="1880" r:id="rId28"/>
    <p:sldId id="1881" r:id="rId29"/>
    <p:sldId id="1882" r:id="rId30"/>
    <p:sldId id="1883" r:id="rId31"/>
    <p:sldId id="1884" r:id="rId32"/>
    <p:sldId id="1885" r:id="rId33"/>
    <p:sldId id="347" r:id="rId34"/>
    <p:sldId id="1886" r:id="rId35"/>
    <p:sldId id="348" r:id="rId36"/>
    <p:sldId id="349" r:id="rId37"/>
    <p:sldId id="276" r:id="rId38"/>
    <p:sldId id="1887" r:id="rId39"/>
    <p:sldId id="289" r:id="rId40"/>
    <p:sldId id="291" r:id="rId41"/>
    <p:sldId id="350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60" userDrawn="1">
          <p15:clr>
            <a:srgbClr val="A4A3A4"/>
          </p15:clr>
        </p15:guide>
        <p15:guide id="3" pos="5400" userDrawn="1">
          <p15:clr>
            <a:srgbClr val="A4A3A4"/>
          </p15:clr>
        </p15:guide>
        <p15:guide id="4" pos="32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7C2A"/>
    <a:srgbClr val="FE4387"/>
    <a:srgbClr val="FF2625"/>
    <a:srgbClr val="007788"/>
    <a:srgbClr val="F69000"/>
    <a:srgbClr val="01C2D1"/>
    <a:srgbClr val="D6D734"/>
    <a:srgbClr val="005C68"/>
    <a:srgbClr val="3B2E58"/>
    <a:srgbClr val="6B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724" autoAdjust="0"/>
  </p:normalViewPr>
  <p:slideViewPr>
    <p:cSldViewPr snapToGrid="0">
      <p:cViewPr varScale="1">
        <p:scale>
          <a:sx n="107" d="100"/>
          <a:sy n="107" d="100"/>
        </p:scale>
        <p:origin x="1692" y="114"/>
      </p:cViewPr>
      <p:guideLst>
        <p:guide orient="horz" pos="2160"/>
        <p:guide pos="360"/>
        <p:guide pos="5400"/>
        <p:guide pos="327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4" d="100"/>
        <a:sy n="9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E6E3FA-E679-4254-BD2E-2C9CF872252E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5DBA8D-CAEE-4AA5-8480-350B76D8E432}">
      <dgm:prSet phldrT="[Text]"/>
      <dgm:spPr>
        <a:solidFill>
          <a:srgbClr val="002060"/>
        </a:solidFill>
      </dgm:spPr>
      <dgm:t>
        <a:bodyPr/>
        <a:lstStyle/>
        <a:p>
          <a:r>
            <a:rPr lang="fa-IR" b="1" dirty="0">
              <a:solidFill>
                <a:schemeClr val="bg1"/>
              </a:solidFill>
              <a:cs typeface="B Mitra" panose="00000400000000000000" pitchFamily="2" charset="-78"/>
            </a:rPr>
            <a:t>طبقه بندی عوامل مؤثر بر بیماری های روانی</a:t>
          </a:r>
          <a:endParaRPr lang="en-US" b="1" dirty="0">
            <a:solidFill>
              <a:schemeClr val="bg1"/>
            </a:solidFill>
            <a:cs typeface="B Mitra" panose="00000400000000000000" pitchFamily="2" charset="-78"/>
          </a:endParaRPr>
        </a:p>
      </dgm:t>
    </dgm:pt>
    <dgm:pt modelId="{AF17EBC6-CE50-46D4-8AEA-1B68702BDECC}" type="parTrans" cxnId="{7185E7CB-7189-4AB9-82F2-24E7C97C6FCB}">
      <dgm:prSet/>
      <dgm:spPr/>
      <dgm:t>
        <a:bodyPr/>
        <a:lstStyle/>
        <a:p>
          <a:endParaRPr lang="en-US"/>
        </a:p>
      </dgm:t>
    </dgm:pt>
    <dgm:pt modelId="{AC02774D-08BE-4139-BA9C-3B73563CE6D9}" type="sibTrans" cxnId="{7185E7CB-7189-4AB9-82F2-24E7C97C6FCB}">
      <dgm:prSet/>
      <dgm:spPr/>
      <dgm:t>
        <a:bodyPr/>
        <a:lstStyle/>
        <a:p>
          <a:endParaRPr lang="en-US"/>
        </a:p>
      </dgm:t>
    </dgm:pt>
    <dgm:pt modelId="{371D73F6-1F98-4B82-855D-2A78476B6778}">
      <dgm:prSet phldrT="[Text]"/>
      <dgm:spPr>
        <a:solidFill>
          <a:srgbClr val="C00000"/>
        </a:solidFill>
      </dgm:spPr>
      <dgm:t>
        <a:bodyPr/>
        <a:lstStyle/>
        <a:p>
          <a:r>
            <a:rPr lang="fa-IR" b="1" dirty="0">
              <a:cs typeface="B Mitra" panose="00000400000000000000" pitchFamily="2" charset="-78"/>
            </a:rPr>
            <a:t>نحوه تأثیر عوامل</a:t>
          </a:r>
          <a:endParaRPr lang="en-US" b="1" dirty="0">
            <a:cs typeface="B Mitra" panose="00000400000000000000" pitchFamily="2" charset="-78"/>
          </a:endParaRPr>
        </a:p>
      </dgm:t>
    </dgm:pt>
    <dgm:pt modelId="{E9163919-F31F-42D9-BB5A-99630C7C72B2}" type="parTrans" cxnId="{87859055-5BA2-4044-89F5-477A64B75D16}">
      <dgm:prSet/>
      <dgm:spPr/>
      <dgm:t>
        <a:bodyPr/>
        <a:lstStyle/>
        <a:p>
          <a:endParaRPr lang="en-US"/>
        </a:p>
      </dgm:t>
    </dgm:pt>
    <dgm:pt modelId="{A409A2E7-DA03-4C15-A04B-554B7491A474}" type="sibTrans" cxnId="{87859055-5BA2-4044-89F5-477A64B75D16}">
      <dgm:prSet/>
      <dgm:spPr/>
      <dgm:t>
        <a:bodyPr/>
        <a:lstStyle/>
        <a:p>
          <a:endParaRPr lang="en-US"/>
        </a:p>
      </dgm:t>
    </dgm:pt>
    <dgm:pt modelId="{BC88CF1E-3DD1-4FB2-B41A-9F0C536EA73F}">
      <dgm:prSet phldrT="[Text]"/>
      <dgm:spPr>
        <a:solidFill>
          <a:schemeClr val="tx1"/>
        </a:solidFill>
      </dgm:spPr>
      <dgm:t>
        <a:bodyPr/>
        <a:lstStyle/>
        <a:p>
          <a:r>
            <a:rPr lang="fa-IR" b="1" dirty="0">
              <a:cs typeface="B Mitra" panose="00000400000000000000" pitchFamily="2" charset="-78"/>
            </a:rPr>
            <a:t>نوع عامل</a:t>
          </a:r>
          <a:endParaRPr lang="en-US" b="1" dirty="0">
            <a:cs typeface="B Mitra" panose="00000400000000000000" pitchFamily="2" charset="-78"/>
          </a:endParaRPr>
        </a:p>
      </dgm:t>
    </dgm:pt>
    <dgm:pt modelId="{64C681F0-6BB7-4A8B-A4FE-857A83195473}" type="parTrans" cxnId="{619972D9-38B8-49CB-80C9-E424D8B21BB6}">
      <dgm:prSet/>
      <dgm:spPr/>
      <dgm:t>
        <a:bodyPr/>
        <a:lstStyle/>
        <a:p>
          <a:endParaRPr lang="en-US"/>
        </a:p>
      </dgm:t>
    </dgm:pt>
    <dgm:pt modelId="{EADA2F3A-58DF-4551-A8ED-A325F369C096}" type="sibTrans" cxnId="{619972D9-38B8-49CB-80C9-E424D8B21BB6}">
      <dgm:prSet/>
      <dgm:spPr/>
      <dgm:t>
        <a:bodyPr/>
        <a:lstStyle/>
        <a:p>
          <a:endParaRPr lang="en-US"/>
        </a:p>
      </dgm:t>
    </dgm:pt>
    <dgm:pt modelId="{A1204AE2-6365-4097-B412-38C4C0EA7A6B}" type="pres">
      <dgm:prSet presAssocID="{79E6E3FA-E679-4254-BD2E-2C9CF872252E}" presName="Name0" presStyleCnt="0">
        <dgm:presLayoutVars>
          <dgm:chPref val="1"/>
          <dgm:dir val="rev"/>
          <dgm:animOne val="branch"/>
          <dgm:animLvl val="lvl"/>
          <dgm:resizeHandles/>
        </dgm:presLayoutVars>
      </dgm:prSet>
      <dgm:spPr/>
    </dgm:pt>
    <dgm:pt modelId="{5F72BD7E-A58F-4EBF-A189-6839D7F4F190}" type="pres">
      <dgm:prSet presAssocID="{E65DBA8D-CAEE-4AA5-8480-350B76D8E432}" presName="vertOne" presStyleCnt="0"/>
      <dgm:spPr/>
    </dgm:pt>
    <dgm:pt modelId="{B867BFE5-CCF4-426A-9E12-D7B6CC04300A}" type="pres">
      <dgm:prSet presAssocID="{E65DBA8D-CAEE-4AA5-8480-350B76D8E432}" presName="txOne" presStyleLbl="node0" presStyleIdx="0" presStyleCnt="1">
        <dgm:presLayoutVars>
          <dgm:chPref val="3"/>
        </dgm:presLayoutVars>
      </dgm:prSet>
      <dgm:spPr/>
    </dgm:pt>
    <dgm:pt modelId="{57945081-10C2-43A5-991C-9347EC6FCD5B}" type="pres">
      <dgm:prSet presAssocID="{E65DBA8D-CAEE-4AA5-8480-350B76D8E432}" presName="parTransOne" presStyleCnt="0"/>
      <dgm:spPr/>
    </dgm:pt>
    <dgm:pt modelId="{5347F745-200F-4626-8207-4A95DEB678FE}" type="pres">
      <dgm:prSet presAssocID="{E65DBA8D-CAEE-4AA5-8480-350B76D8E432}" presName="horzOne" presStyleCnt="0"/>
      <dgm:spPr/>
    </dgm:pt>
    <dgm:pt modelId="{9E174C03-D0E4-4DB7-ACE2-C3E8462E36D2}" type="pres">
      <dgm:prSet presAssocID="{371D73F6-1F98-4B82-855D-2A78476B6778}" presName="vertTwo" presStyleCnt="0"/>
      <dgm:spPr/>
    </dgm:pt>
    <dgm:pt modelId="{4E6DEBB0-62FA-4121-B477-790F79F313F2}" type="pres">
      <dgm:prSet presAssocID="{371D73F6-1F98-4B82-855D-2A78476B6778}" presName="txTwo" presStyleLbl="node2" presStyleIdx="0" presStyleCnt="2">
        <dgm:presLayoutVars>
          <dgm:chPref val="3"/>
        </dgm:presLayoutVars>
      </dgm:prSet>
      <dgm:spPr/>
    </dgm:pt>
    <dgm:pt modelId="{7F5D889D-C4CE-4FB1-AA2C-D0F0E727A023}" type="pres">
      <dgm:prSet presAssocID="{371D73F6-1F98-4B82-855D-2A78476B6778}" presName="horzTwo" presStyleCnt="0"/>
      <dgm:spPr/>
    </dgm:pt>
    <dgm:pt modelId="{B3964ECC-3D8B-4FA4-AC18-374662D1A51F}" type="pres">
      <dgm:prSet presAssocID="{A409A2E7-DA03-4C15-A04B-554B7491A474}" presName="sibSpaceTwo" presStyleCnt="0"/>
      <dgm:spPr/>
    </dgm:pt>
    <dgm:pt modelId="{BF273AC7-0B27-4782-B3AA-CCB1AE73F59E}" type="pres">
      <dgm:prSet presAssocID="{BC88CF1E-3DD1-4FB2-B41A-9F0C536EA73F}" presName="vertTwo" presStyleCnt="0"/>
      <dgm:spPr/>
    </dgm:pt>
    <dgm:pt modelId="{57F32DFE-CEA8-4BF8-9713-CD9FF6A74EE4}" type="pres">
      <dgm:prSet presAssocID="{BC88CF1E-3DD1-4FB2-B41A-9F0C536EA73F}" presName="txTwo" presStyleLbl="node2" presStyleIdx="1" presStyleCnt="2">
        <dgm:presLayoutVars>
          <dgm:chPref val="3"/>
        </dgm:presLayoutVars>
      </dgm:prSet>
      <dgm:spPr/>
    </dgm:pt>
    <dgm:pt modelId="{99253783-3D79-4F74-9545-9702BF0F7763}" type="pres">
      <dgm:prSet presAssocID="{BC88CF1E-3DD1-4FB2-B41A-9F0C536EA73F}" presName="horzTwo" presStyleCnt="0"/>
      <dgm:spPr/>
    </dgm:pt>
  </dgm:ptLst>
  <dgm:cxnLst>
    <dgm:cxn modelId="{87859055-5BA2-4044-89F5-477A64B75D16}" srcId="{E65DBA8D-CAEE-4AA5-8480-350B76D8E432}" destId="{371D73F6-1F98-4B82-855D-2A78476B6778}" srcOrd="0" destOrd="0" parTransId="{E9163919-F31F-42D9-BB5A-99630C7C72B2}" sibTransId="{A409A2E7-DA03-4C15-A04B-554B7491A474}"/>
    <dgm:cxn modelId="{1381E789-C6BB-4A7C-AFB4-CEC8881E7525}" type="presOf" srcId="{79E6E3FA-E679-4254-BD2E-2C9CF872252E}" destId="{A1204AE2-6365-4097-B412-38C4C0EA7A6B}" srcOrd="0" destOrd="0" presId="urn:microsoft.com/office/officeart/2005/8/layout/hierarchy4"/>
    <dgm:cxn modelId="{F84B52BC-A5FB-4284-8B7A-9B2F59A67350}" type="presOf" srcId="{E65DBA8D-CAEE-4AA5-8480-350B76D8E432}" destId="{B867BFE5-CCF4-426A-9E12-D7B6CC04300A}" srcOrd="0" destOrd="0" presId="urn:microsoft.com/office/officeart/2005/8/layout/hierarchy4"/>
    <dgm:cxn modelId="{7185E7CB-7189-4AB9-82F2-24E7C97C6FCB}" srcId="{79E6E3FA-E679-4254-BD2E-2C9CF872252E}" destId="{E65DBA8D-CAEE-4AA5-8480-350B76D8E432}" srcOrd="0" destOrd="0" parTransId="{AF17EBC6-CE50-46D4-8AEA-1B68702BDECC}" sibTransId="{AC02774D-08BE-4139-BA9C-3B73563CE6D9}"/>
    <dgm:cxn modelId="{619972D9-38B8-49CB-80C9-E424D8B21BB6}" srcId="{E65DBA8D-CAEE-4AA5-8480-350B76D8E432}" destId="{BC88CF1E-3DD1-4FB2-B41A-9F0C536EA73F}" srcOrd="1" destOrd="0" parTransId="{64C681F0-6BB7-4A8B-A4FE-857A83195473}" sibTransId="{EADA2F3A-58DF-4551-A8ED-A325F369C096}"/>
    <dgm:cxn modelId="{9B0029E7-E807-4D8F-A76B-8A6DE339148A}" type="presOf" srcId="{BC88CF1E-3DD1-4FB2-B41A-9F0C536EA73F}" destId="{57F32DFE-CEA8-4BF8-9713-CD9FF6A74EE4}" srcOrd="0" destOrd="0" presId="urn:microsoft.com/office/officeart/2005/8/layout/hierarchy4"/>
    <dgm:cxn modelId="{81DBE3F9-43DA-4219-8E76-69F9F5FBF33A}" type="presOf" srcId="{371D73F6-1F98-4B82-855D-2A78476B6778}" destId="{4E6DEBB0-62FA-4121-B477-790F79F313F2}" srcOrd="0" destOrd="0" presId="urn:microsoft.com/office/officeart/2005/8/layout/hierarchy4"/>
    <dgm:cxn modelId="{AED2A8F0-F440-426F-9AEC-4A6CD74442B3}" type="presParOf" srcId="{A1204AE2-6365-4097-B412-38C4C0EA7A6B}" destId="{5F72BD7E-A58F-4EBF-A189-6839D7F4F190}" srcOrd="0" destOrd="0" presId="urn:microsoft.com/office/officeart/2005/8/layout/hierarchy4"/>
    <dgm:cxn modelId="{F01C0DC6-D9CA-4C6D-AB5F-35FBD022558D}" type="presParOf" srcId="{5F72BD7E-A58F-4EBF-A189-6839D7F4F190}" destId="{B867BFE5-CCF4-426A-9E12-D7B6CC04300A}" srcOrd="0" destOrd="0" presId="urn:microsoft.com/office/officeart/2005/8/layout/hierarchy4"/>
    <dgm:cxn modelId="{642DAD8F-2AFB-4BFB-9A34-B3EA65A6A185}" type="presParOf" srcId="{5F72BD7E-A58F-4EBF-A189-6839D7F4F190}" destId="{57945081-10C2-43A5-991C-9347EC6FCD5B}" srcOrd="1" destOrd="0" presId="urn:microsoft.com/office/officeart/2005/8/layout/hierarchy4"/>
    <dgm:cxn modelId="{646B1119-6EFC-4456-BB3D-69892B0EC94F}" type="presParOf" srcId="{5F72BD7E-A58F-4EBF-A189-6839D7F4F190}" destId="{5347F745-200F-4626-8207-4A95DEB678FE}" srcOrd="2" destOrd="0" presId="urn:microsoft.com/office/officeart/2005/8/layout/hierarchy4"/>
    <dgm:cxn modelId="{BECD9B14-8870-4063-B377-0C9F3EFEE94A}" type="presParOf" srcId="{5347F745-200F-4626-8207-4A95DEB678FE}" destId="{9E174C03-D0E4-4DB7-ACE2-C3E8462E36D2}" srcOrd="0" destOrd="0" presId="urn:microsoft.com/office/officeart/2005/8/layout/hierarchy4"/>
    <dgm:cxn modelId="{4DDF6284-4A90-4B57-944A-9266D1A95F87}" type="presParOf" srcId="{9E174C03-D0E4-4DB7-ACE2-C3E8462E36D2}" destId="{4E6DEBB0-62FA-4121-B477-790F79F313F2}" srcOrd="0" destOrd="0" presId="urn:microsoft.com/office/officeart/2005/8/layout/hierarchy4"/>
    <dgm:cxn modelId="{E5483019-ABEB-44EC-8851-DEE55B752FE7}" type="presParOf" srcId="{9E174C03-D0E4-4DB7-ACE2-C3E8462E36D2}" destId="{7F5D889D-C4CE-4FB1-AA2C-D0F0E727A023}" srcOrd="1" destOrd="0" presId="urn:microsoft.com/office/officeart/2005/8/layout/hierarchy4"/>
    <dgm:cxn modelId="{FC690D3B-7789-41FC-8929-620A55B9A5A0}" type="presParOf" srcId="{5347F745-200F-4626-8207-4A95DEB678FE}" destId="{B3964ECC-3D8B-4FA4-AC18-374662D1A51F}" srcOrd="1" destOrd="0" presId="urn:microsoft.com/office/officeart/2005/8/layout/hierarchy4"/>
    <dgm:cxn modelId="{9C8307CD-0794-4949-B5ED-FFBF5E0AFA76}" type="presParOf" srcId="{5347F745-200F-4626-8207-4A95DEB678FE}" destId="{BF273AC7-0B27-4782-B3AA-CCB1AE73F59E}" srcOrd="2" destOrd="0" presId="urn:microsoft.com/office/officeart/2005/8/layout/hierarchy4"/>
    <dgm:cxn modelId="{267E7200-E8E0-49D8-9E62-F604D733DD95}" type="presParOf" srcId="{BF273AC7-0B27-4782-B3AA-CCB1AE73F59E}" destId="{57F32DFE-CEA8-4BF8-9713-CD9FF6A74EE4}" srcOrd="0" destOrd="0" presId="urn:microsoft.com/office/officeart/2005/8/layout/hierarchy4"/>
    <dgm:cxn modelId="{0AC88EB4-933D-45D2-88E4-FA7A3D1181CB}" type="presParOf" srcId="{BF273AC7-0B27-4782-B3AA-CCB1AE73F59E}" destId="{99253783-3D79-4F74-9545-9702BF0F776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E6E3FA-E679-4254-BD2E-2C9CF872252E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5DBA8D-CAEE-4AA5-8480-350B76D8E432}">
      <dgm:prSet phldrT="[Text]"/>
      <dgm:spPr>
        <a:solidFill>
          <a:srgbClr val="002060"/>
        </a:solidFill>
      </dgm:spPr>
      <dgm:t>
        <a:bodyPr/>
        <a:lstStyle/>
        <a:p>
          <a:r>
            <a:rPr lang="fa-IR" b="1" dirty="0">
              <a:solidFill>
                <a:schemeClr val="bg1"/>
              </a:solidFill>
              <a:cs typeface="B Mitra" panose="00000400000000000000" pitchFamily="2" charset="-78"/>
            </a:rPr>
            <a:t>طبقه بندی عوامل مؤثر بر بیماری های روانی</a:t>
          </a:r>
          <a:endParaRPr lang="en-US" b="1" dirty="0">
            <a:solidFill>
              <a:schemeClr val="bg1"/>
            </a:solidFill>
            <a:cs typeface="B Mitra" panose="00000400000000000000" pitchFamily="2" charset="-78"/>
          </a:endParaRPr>
        </a:p>
      </dgm:t>
    </dgm:pt>
    <dgm:pt modelId="{AF17EBC6-CE50-46D4-8AEA-1B68702BDECC}" type="parTrans" cxnId="{7185E7CB-7189-4AB9-82F2-24E7C97C6FCB}">
      <dgm:prSet/>
      <dgm:spPr/>
      <dgm:t>
        <a:bodyPr/>
        <a:lstStyle/>
        <a:p>
          <a:endParaRPr lang="en-US"/>
        </a:p>
      </dgm:t>
    </dgm:pt>
    <dgm:pt modelId="{AC02774D-08BE-4139-BA9C-3B73563CE6D9}" type="sibTrans" cxnId="{7185E7CB-7189-4AB9-82F2-24E7C97C6FCB}">
      <dgm:prSet/>
      <dgm:spPr/>
      <dgm:t>
        <a:bodyPr/>
        <a:lstStyle/>
        <a:p>
          <a:endParaRPr lang="en-US"/>
        </a:p>
      </dgm:t>
    </dgm:pt>
    <dgm:pt modelId="{371D73F6-1F98-4B82-855D-2A78476B6778}">
      <dgm:prSet phldrT="[Text]"/>
      <dgm:spPr>
        <a:solidFill>
          <a:srgbClr val="C00000"/>
        </a:solidFill>
      </dgm:spPr>
      <dgm:t>
        <a:bodyPr/>
        <a:lstStyle/>
        <a:p>
          <a:r>
            <a:rPr lang="fa-IR" b="1" dirty="0">
              <a:cs typeface="B Mitra" panose="00000400000000000000" pitchFamily="2" charset="-78"/>
            </a:rPr>
            <a:t>نحوه تأثیر عوامل</a:t>
          </a:r>
          <a:endParaRPr lang="en-US" b="1" dirty="0">
            <a:cs typeface="B Mitra" panose="00000400000000000000" pitchFamily="2" charset="-78"/>
          </a:endParaRPr>
        </a:p>
      </dgm:t>
    </dgm:pt>
    <dgm:pt modelId="{E9163919-F31F-42D9-BB5A-99630C7C72B2}" type="parTrans" cxnId="{87859055-5BA2-4044-89F5-477A64B75D16}">
      <dgm:prSet/>
      <dgm:spPr/>
      <dgm:t>
        <a:bodyPr/>
        <a:lstStyle/>
        <a:p>
          <a:endParaRPr lang="en-US"/>
        </a:p>
      </dgm:t>
    </dgm:pt>
    <dgm:pt modelId="{A409A2E7-DA03-4C15-A04B-554B7491A474}" type="sibTrans" cxnId="{87859055-5BA2-4044-89F5-477A64B75D16}">
      <dgm:prSet/>
      <dgm:spPr/>
      <dgm:t>
        <a:bodyPr/>
        <a:lstStyle/>
        <a:p>
          <a:endParaRPr lang="en-US"/>
        </a:p>
      </dgm:t>
    </dgm:pt>
    <dgm:pt modelId="{BC88CF1E-3DD1-4FB2-B41A-9F0C536EA73F}">
      <dgm:prSet phldrT="[Text]"/>
      <dgm:spPr>
        <a:solidFill>
          <a:schemeClr val="tx1"/>
        </a:solidFill>
      </dgm:spPr>
      <dgm:t>
        <a:bodyPr/>
        <a:lstStyle/>
        <a:p>
          <a:r>
            <a:rPr lang="fa-IR" b="1" dirty="0">
              <a:cs typeface="B Mitra" panose="00000400000000000000" pitchFamily="2" charset="-78"/>
            </a:rPr>
            <a:t>نوع عامل</a:t>
          </a:r>
          <a:endParaRPr lang="en-US" b="1" dirty="0">
            <a:cs typeface="B Mitra" panose="00000400000000000000" pitchFamily="2" charset="-78"/>
          </a:endParaRPr>
        </a:p>
      </dgm:t>
    </dgm:pt>
    <dgm:pt modelId="{64C681F0-6BB7-4A8B-A4FE-857A83195473}" type="parTrans" cxnId="{619972D9-38B8-49CB-80C9-E424D8B21BB6}">
      <dgm:prSet/>
      <dgm:spPr/>
      <dgm:t>
        <a:bodyPr/>
        <a:lstStyle/>
        <a:p>
          <a:endParaRPr lang="en-US"/>
        </a:p>
      </dgm:t>
    </dgm:pt>
    <dgm:pt modelId="{EADA2F3A-58DF-4551-A8ED-A325F369C096}" type="sibTrans" cxnId="{619972D9-38B8-49CB-80C9-E424D8B21BB6}">
      <dgm:prSet/>
      <dgm:spPr/>
      <dgm:t>
        <a:bodyPr/>
        <a:lstStyle/>
        <a:p>
          <a:endParaRPr lang="en-US"/>
        </a:p>
      </dgm:t>
    </dgm:pt>
    <dgm:pt modelId="{A1204AE2-6365-4097-B412-38C4C0EA7A6B}" type="pres">
      <dgm:prSet presAssocID="{79E6E3FA-E679-4254-BD2E-2C9CF872252E}" presName="Name0" presStyleCnt="0">
        <dgm:presLayoutVars>
          <dgm:chPref val="1"/>
          <dgm:dir val="rev"/>
          <dgm:animOne val="branch"/>
          <dgm:animLvl val="lvl"/>
          <dgm:resizeHandles/>
        </dgm:presLayoutVars>
      </dgm:prSet>
      <dgm:spPr/>
    </dgm:pt>
    <dgm:pt modelId="{5F72BD7E-A58F-4EBF-A189-6839D7F4F190}" type="pres">
      <dgm:prSet presAssocID="{E65DBA8D-CAEE-4AA5-8480-350B76D8E432}" presName="vertOne" presStyleCnt="0"/>
      <dgm:spPr/>
    </dgm:pt>
    <dgm:pt modelId="{B867BFE5-CCF4-426A-9E12-D7B6CC04300A}" type="pres">
      <dgm:prSet presAssocID="{E65DBA8D-CAEE-4AA5-8480-350B76D8E432}" presName="txOne" presStyleLbl="node0" presStyleIdx="0" presStyleCnt="1">
        <dgm:presLayoutVars>
          <dgm:chPref val="3"/>
        </dgm:presLayoutVars>
      </dgm:prSet>
      <dgm:spPr/>
    </dgm:pt>
    <dgm:pt modelId="{57945081-10C2-43A5-991C-9347EC6FCD5B}" type="pres">
      <dgm:prSet presAssocID="{E65DBA8D-CAEE-4AA5-8480-350B76D8E432}" presName="parTransOne" presStyleCnt="0"/>
      <dgm:spPr/>
    </dgm:pt>
    <dgm:pt modelId="{5347F745-200F-4626-8207-4A95DEB678FE}" type="pres">
      <dgm:prSet presAssocID="{E65DBA8D-CAEE-4AA5-8480-350B76D8E432}" presName="horzOne" presStyleCnt="0"/>
      <dgm:spPr/>
    </dgm:pt>
    <dgm:pt modelId="{9E174C03-D0E4-4DB7-ACE2-C3E8462E36D2}" type="pres">
      <dgm:prSet presAssocID="{371D73F6-1F98-4B82-855D-2A78476B6778}" presName="vertTwo" presStyleCnt="0"/>
      <dgm:spPr/>
    </dgm:pt>
    <dgm:pt modelId="{4E6DEBB0-62FA-4121-B477-790F79F313F2}" type="pres">
      <dgm:prSet presAssocID="{371D73F6-1F98-4B82-855D-2A78476B6778}" presName="txTwo" presStyleLbl="node2" presStyleIdx="0" presStyleCnt="2">
        <dgm:presLayoutVars>
          <dgm:chPref val="3"/>
        </dgm:presLayoutVars>
      </dgm:prSet>
      <dgm:spPr/>
    </dgm:pt>
    <dgm:pt modelId="{7F5D889D-C4CE-4FB1-AA2C-D0F0E727A023}" type="pres">
      <dgm:prSet presAssocID="{371D73F6-1F98-4B82-855D-2A78476B6778}" presName="horzTwo" presStyleCnt="0"/>
      <dgm:spPr/>
    </dgm:pt>
    <dgm:pt modelId="{B3964ECC-3D8B-4FA4-AC18-374662D1A51F}" type="pres">
      <dgm:prSet presAssocID="{A409A2E7-DA03-4C15-A04B-554B7491A474}" presName="sibSpaceTwo" presStyleCnt="0"/>
      <dgm:spPr/>
    </dgm:pt>
    <dgm:pt modelId="{BF273AC7-0B27-4782-B3AA-CCB1AE73F59E}" type="pres">
      <dgm:prSet presAssocID="{BC88CF1E-3DD1-4FB2-B41A-9F0C536EA73F}" presName="vertTwo" presStyleCnt="0"/>
      <dgm:spPr/>
    </dgm:pt>
    <dgm:pt modelId="{57F32DFE-CEA8-4BF8-9713-CD9FF6A74EE4}" type="pres">
      <dgm:prSet presAssocID="{BC88CF1E-3DD1-4FB2-B41A-9F0C536EA73F}" presName="txTwo" presStyleLbl="node2" presStyleIdx="1" presStyleCnt="2">
        <dgm:presLayoutVars>
          <dgm:chPref val="3"/>
        </dgm:presLayoutVars>
      </dgm:prSet>
      <dgm:spPr/>
    </dgm:pt>
    <dgm:pt modelId="{99253783-3D79-4F74-9545-9702BF0F7763}" type="pres">
      <dgm:prSet presAssocID="{BC88CF1E-3DD1-4FB2-B41A-9F0C536EA73F}" presName="horzTwo" presStyleCnt="0"/>
      <dgm:spPr/>
    </dgm:pt>
  </dgm:ptLst>
  <dgm:cxnLst>
    <dgm:cxn modelId="{87859055-5BA2-4044-89F5-477A64B75D16}" srcId="{E65DBA8D-CAEE-4AA5-8480-350B76D8E432}" destId="{371D73F6-1F98-4B82-855D-2A78476B6778}" srcOrd="0" destOrd="0" parTransId="{E9163919-F31F-42D9-BB5A-99630C7C72B2}" sibTransId="{A409A2E7-DA03-4C15-A04B-554B7491A474}"/>
    <dgm:cxn modelId="{1381E789-C6BB-4A7C-AFB4-CEC8881E7525}" type="presOf" srcId="{79E6E3FA-E679-4254-BD2E-2C9CF872252E}" destId="{A1204AE2-6365-4097-B412-38C4C0EA7A6B}" srcOrd="0" destOrd="0" presId="urn:microsoft.com/office/officeart/2005/8/layout/hierarchy4"/>
    <dgm:cxn modelId="{F84B52BC-A5FB-4284-8B7A-9B2F59A67350}" type="presOf" srcId="{E65DBA8D-CAEE-4AA5-8480-350B76D8E432}" destId="{B867BFE5-CCF4-426A-9E12-D7B6CC04300A}" srcOrd="0" destOrd="0" presId="urn:microsoft.com/office/officeart/2005/8/layout/hierarchy4"/>
    <dgm:cxn modelId="{7185E7CB-7189-4AB9-82F2-24E7C97C6FCB}" srcId="{79E6E3FA-E679-4254-BD2E-2C9CF872252E}" destId="{E65DBA8D-CAEE-4AA5-8480-350B76D8E432}" srcOrd="0" destOrd="0" parTransId="{AF17EBC6-CE50-46D4-8AEA-1B68702BDECC}" sibTransId="{AC02774D-08BE-4139-BA9C-3B73563CE6D9}"/>
    <dgm:cxn modelId="{619972D9-38B8-49CB-80C9-E424D8B21BB6}" srcId="{E65DBA8D-CAEE-4AA5-8480-350B76D8E432}" destId="{BC88CF1E-3DD1-4FB2-B41A-9F0C536EA73F}" srcOrd="1" destOrd="0" parTransId="{64C681F0-6BB7-4A8B-A4FE-857A83195473}" sibTransId="{EADA2F3A-58DF-4551-A8ED-A325F369C096}"/>
    <dgm:cxn modelId="{9B0029E7-E807-4D8F-A76B-8A6DE339148A}" type="presOf" srcId="{BC88CF1E-3DD1-4FB2-B41A-9F0C536EA73F}" destId="{57F32DFE-CEA8-4BF8-9713-CD9FF6A74EE4}" srcOrd="0" destOrd="0" presId="urn:microsoft.com/office/officeart/2005/8/layout/hierarchy4"/>
    <dgm:cxn modelId="{81DBE3F9-43DA-4219-8E76-69F9F5FBF33A}" type="presOf" srcId="{371D73F6-1F98-4B82-855D-2A78476B6778}" destId="{4E6DEBB0-62FA-4121-B477-790F79F313F2}" srcOrd="0" destOrd="0" presId="urn:microsoft.com/office/officeart/2005/8/layout/hierarchy4"/>
    <dgm:cxn modelId="{AED2A8F0-F440-426F-9AEC-4A6CD74442B3}" type="presParOf" srcId="{A1204AE2-6365-4097-B412-38C4C0EA7A6B}" destId="{5F72BD7E-A58F-4EBF-A189-6839D7F4F190}" srcOrd="0" destOrd="0" presId="urn:microsoft.com/office/officeart/2005/8/layout/hierarchy4"/>
    <dgm:cxn modelId="{F01C0DC6-D9CA-4C6D-AB5F-35FBD022558D}" type="presParOf" srcId="{5F72BD7E-A58F-4EBF-A189-6839D7F4F190}" destId="{B867BFE5-CCF4-426A-9E12-D7B6CC04300A}" srcOrd="0" destOrd="0" presId="urn:microsoft.com/office/officeart/2005/8/layout/hierarchy4"/>
    <dgm:cxn modelId="{642DAD8F-2AFB-4BFB-9A34-B3EA65A6A185}" type="presParOf" srcId="{5F72BD7E-A58F-4EBF-A189-6839D7F4F190}" destId="{57945081-10C2-43A5-991C-9347EC6FCD5B}" srcOrd="1" destOrd="0" presId="urn:microsoft.com/office/officeart/2005/8/layout/hierarchy4"/>
    <dgm:cxn modelId="{646B1119-6EFC-4456-BB3D-69892B0EC94F}" type="presParOf" srcId="{5F72BD7E-A58F-4EBF-A189-6839D7F4F190}" destId="{5347F745-200F-4626-8207-4A95DEB678FE}" srcOrd="2" destOrd="0" presId="urn:microsoft.com/office/officeart/2005/8/layout/hierarchy4"/>
    <dgm:cxn modelId="{BECD9B14-8870-4063-B377-0C9F3EFEE94A}" type="presParOf" srcId="{5347F745-200F-4626-8207-4A95DEB678FE}" destId="{9E174C03-D0E4-4DB7-ACE2-C3E8462E36D2}" srcOrd="0" destOrd="0" presId="urn:microsoft.com/office/officeart/2005/8/layout/hierarchy4"/>
    <dgm:cxn modelId="{4DDF6284-4A90-4B57-944A-9266D1A95F87}" type="presParOf" srcId="{9E174C03-D0E4-4DB7-ACE2-C3E8462E36D2}" destId="{4E6DEBB0-62FA-4121-B477-790F79F313F2}" srcOrd="0" destOrd="0" presId="urn:microsoft.com/office/officeart/2005/8/layout/hierarchy4"/>
    <dgm:cxn modelId="{E5483019-ABEB-44EC-8851-DEE55B752FE7}" type="presParOf" srcId="{9E174C03-D0E4-4DB7-ACE2-C3E8462E36D2}" destId="{7F5D889D-C4CE-4FB1-AA2C-D0F0E727A023}" srcOrd="1" destOrd="0" presId="urn:microsoft.com/office/officeart/2005/8/layout/hierarchy4"/>
    <dgm:cxn modelId="{FC690D3B-7789-41FC-8929-620A55B9A5A0}" type="presParOf" srcId="{5347F745-200F-4626-8207-4A95DEB678FE}" destId="{B3964ECC-3D8B-4FA4-AC18-374662D1A51F}" srcOrd="1" destOrd="0" presId="urn:microsoft.com/office/officeart/2005/8/layout/hierarchy4"/>
    <dgm:cxn modelId="{9C8307CD-0794-4949-B5ED-FFBF5E0AFA76}" type="presParOf" srcId="{5347F745-200F-4626-8207-4A95DEB678FE}" destId="{BF273AC7-0B27-4782-B3AA-CCB1AE73F59E}" srcOrd="2" destOrd="0" presId="urn:microsoft.com/office/officeart/2005/8/layout/hierarchy4"/>
    <dgm:cxn modelId="{267E7200-E8E0-49D8-9E62-F604D733DD95}" type="presParOf" srcId="{BF273AC7-0B27-4782-B3AA-CCB1AE73F59E}" destId="{57F32DFE-CEA8-4BF8-9713-CD9FF6A74EE4}" srcOrd="0" destOrd="0" presId="urn:microsoft.com/office/officeart/2005/8/layout/hierarchy4"/>
    <dgm:cxn modelId="{0AC88EB4-933D-45D2-88E4-FA7A3D1181CB}" type="presParOf" srcId="{BF273AC7-0B27-4782-B3AA-CCB1AE73F59E}" destId="{99253783-3D79-4F74-9545-9702BF0F776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189168-665E-4A89-B70E-639BB975D5F6}" type="doc">
      <dgm:prSet loTypeId="urn:microsoft.com/office/officeart/2008/layout/RadialCluster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268F54-2D6A-4D62-B8C9-CE60F718093B}">
      <dgm:prSet phldrT="[Text]" custT="1"/>
      <dgm:spPr>
        <a:solidFill>
          <a:schemeClr val="tx1"/>
        </a:solidFill>
      </dgm:spPr>
      <dgm:t>
        <a:bodyPr/>
        <a:lstStyle/>
        <a:p>
          <a:r>
            <a:rPr lang="fa-IR" sz="40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نوع عوامل</a:t>
          </a:r>
          <a:endParaRPr lang="en-US" sz="4000" dirty="0">
            <a:solidFill>
              <a:schemeClr val="bg1"/>
            </a:solidFill>
          </a:endParaRPr>
        </a:p>
      </dgm:t>
    </dgm:pt>
    <dgm:pt modelId="{0000168A-F142-4A92-998C-C3855C8FDEDC}" type="parTrans" cxnId="{11FCDE02-3850-43D0-B0BA-233503901872}">
      <dgm:prSet/>
      <dgm:spPr/>
      <dgm:t>
        <a:bodyPr/>
        <a:lstStyle/>
        <a:p>
          <a:endParaRPr lang="en-US"/>
        </a:p>
      </dgm:t>
    </dgm:pt>
    <dgm:pt modelId="{814E3B4C-4666-48F6-8E28-DC546F85C464}" type="sibTrans" cxnId="{11FCDE02-3850-43D0-B0BA-233503901872}">
      <dgm:prSet/>
      <dgm:spPr/>
      <dgm:t>
        <a:bodyPr/>
        <a:lstStyle/>
        <a:p>
          <a:endParaRPr lang="en-US"/>
        </a:p>
      </dgm:t>
    </dgm:pt>
    <dgm:pt modelId="{B49E4C34-EB75-45BD-BAEA-E99B3FD60A3B}">
      <dgm:prSet phldrT="[Text]" custT="1"/>
      <dgm:spPr>
        <a:solidFill>
          <a:srgbClr val="297C2A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fa-IR" sz="28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</a:t>
          </a:r>
          <a:r>
            <a:rPr lang="fa-IR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rPr>
            <a:t> </a:t>
          </a:r>
          <a:r>
            <a:rPr lang="fa-IR" sz="28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زیستی</a:t>
          </a:r>
          <a:endParaRPr lang="en-US" sz="2800" dirty="0">
            <a:solidFill>
              <a:schemeClr val="bg1"/>
            </a:solidFill>
          </a:endParaRPr>
        </a:p>
      </dgm:t>
    </dgm:pt>
    <dgm:pt modelId="{69015C79-20BA-404E-A977-8186E3862955}" type="parTrans" cxnId="{1AE69250-F867-4431-B3C2-77FB427E5178}">
      <dgm:prSet/>
      <dgm:spPr>
        <a:ln w="38100">
          <a:solidFill>
            <a:schemeClr val="tx1"/>
          </a:solidFill>
        </a:ln>
      </dgm:spPr>
      <dgm:t>
        <a:bodyPr/>
        <a:lstStyle/>
        <a:p>
          <a:endParaRPr lang="en-US" sz="2800">
            <a:solidFill>
              <a:schemeClr val="bg1"/>
            </a:solidFill>
          </a:endParaRPr>
        </a:p>
      </dgm:t>
    </dgm:pt>
    <dgm:pt modelId="{0B43AD46-D4C3-43D1-AD6F-53F14372C777}" type="sibTrans" cxnId="{1AE69250-F867-4431-B3C2-77FB427E5178}">
      <dgm:prSet/>
      <dgm:spPr/>
      <dgm:t>
        <a:bodyPr/>
        <a:lstStyle/>
        <a:p>
          <a:endParaRPr lang="en-US"/>
        </a:p>
      </dgm:t>
    </dgm:pt>
    <dgm:pt modelId="{CE0A1596-6F80-4BEC-B238-4C04223209BE}">
      <dgm:prSet phldrT="[Text]" custT="1"/>
      <dgm:spPr>
        <a:solidFill>
          <a:srgbClr val="C00000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fa-IR" sz="28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 اجتماعی</a:t>
          </a:r>
          <a:endParaRPr lang="en-US" sz="2800" dirty="0">
            <a:solidFill>
              <a:schemeClr val="bg1"/>
            </a:solidFill>
          </a:endParaRPr>
        </a:p>
      </dgm:t>
    </dgm:pt>
    <dgm:pt modelId="{9776F051-DEF0-4599-8009-3968B592C531}" type="parTrans" cxnId="{570A2D86-1E85-43E5-99D7-E82E4A09A06B}">
      <dgm:prSet/>
      <dgm:spPr>
        <a:ln w="38100">
          <a:solidFill>
            <a:schemeClr val="tx1"/>
          </a:solidFill>
        </a:ln>
      </dgm:spPr>
      <dgm:t>
        <a:bodyPr/>
        <a:lstStyle/>
        <a:p>
          <a:endParaRPr lang="en-US" sz="2800">
            <a:solidFill>
              <a:schemeClr val="bg1"/>
            </a:solidFill>
          </a:endParaRPr>
        </a:p>
      </dgm:t>
    </dgm:pt>
    <dgm:pt modelId="{B432C397-BA93-4FA9-9DE6-A453C2E2D3B9}" type="sibTrans" cxnId="{570A2D86-1E85-43E5-99D7-E82E4A09A06B}">
      <dgm:prSet/>
      <dgm:spPr/>
      <dgm:t>
        <a:bodyPr/>
        <a:lstStyle/>
        <a:p>
          <a:endParaRPr lang="en-US"/>
        </a:p>
      </dgm:t>
    </dgm:pt>
    <dgm:pt modelId="{44B6A334-95DD-4F61-8975-F43570079A9A}">
      <dgm:prSet phldrT="[Text]" custT="1"/>
      <dgm:spPr>
        <a:solidFill>
          <a:srgbClr val="002060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fa-IR" sz="28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</a:t>
          </a:r>
          <a:r>
            <a:rPr lang="fa-IR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rPr>
            <a:t> </a:t>
          </a:r>
          <a:r>
            <a:rPr lang="fa-IR" sz="28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روانی</a:t>
          </a:r>
          <a:endParaRPr lang="en-US" sz="2800" dirty="0">
            <a:solidFill>
              <a:schemeClr val="bg1"/>
            </a:solidFill>
          </a:endParaRPr>
        </a:p>
      </dgm:t>
    </dgm:pt>
    <dgm:pt modelId="{C62D099B-1630-434D-85FA-695091204D94}" type="parTrans" cxnId="{4E50265F-0076-4DE3-B805-0F47971DB240}">
      <dgm:prSet/>
      <dgm:spPr>
        <a:ln w="38100">
          <a:solidFill>
            <a:schemeClr val="tx1"/>
          </a:solidFill>
        </a:ln>
      </dgm:spPr>
      <dgm:t>
        <a:bodyPr/>
        <a:lstStyle/>
        <a:p>
          <a:endParaRPr lang="en-US" sz="2800">
            <a:solidFill>
              <a:schemeClr val="bg1"/>
            </a:solidFill>
          </a:endParaRPr>
        </a:p>
      </dgm:t>
    </dgm:pt>
    <dgm:pt modelId="{19E16D77-63AA-46C0-A136-DD7A9E128E98}" type="sibTrans" cxnId="{4E50265F-0076-4DE3-B805-0F47971DB240}">
      <dgm:prSet/>
      <dgm:spPr/>
      <dgm:t>
        <a:bodyPr/>
        <a:lstStyle/>
        <a:p>
          <a:endParaRPr lang="en-US"/>
        </a:p>
      </dgm:t>
    </dgm:pt>
    <dgm:pt modelId="{31B85C32-B5AD-4BCA-9032-F95F9B21ABBB}" type="pres">
      <dgm:prSet presAssocID="{AF189168-665E-4A89-B70E-639BB975D5F6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958CB32C-8DE3-484E-8CCD-E5FF0B9D9125}" type="pres">
      <dgm:prSet presAssocID="{EA268F54-2D6A-4D62-B8C9-CE60F718093B}" presName="singleCycle" presStyleCnt="0"/>
      <dgm:spPr/>
    </dgm:pt>
    <dgm:pt modelId="{834EE550-9C89-4FC1-A7A4-E09B139F71A2}" type="pres">
      <dgm:prSet presAssocID="{EA268F54-2D6A-4D62-B8C9-CE60F718093B}" presName="singleCenter" presStyleLbl="node1" presStyleIdx="0" presStyleCnt="4">
        <dgm:presLayoutVars>
          <dgm:chMax val="7"/>
          <dgm:chPref val="7"/>
        </dgm:presLayoutVars>
      </dgm:prSet>
      <dgm:spPr/>
    </dgm:pt>
    <dgm:pt modelId="{A03DDE1E-8D78-485C-9D2B-CDBE8DD16BD2}" type="pres">
      <dgm:prSet presAssocID="{69015C79-20BA-404E-A977-8186E3862955}" presName="Name56" presStyleLbl="parChTrans1D2" presStyleIdx="0" presStyleCnt="3"/>
      <dgm:spPr/>
    </dgm:pt>
    <dgm:pt modelId="{7E4A6CDE-59B6-4CAF-8962-A499847C332D}" type="pres">
      <dgm:prSet presAssocID="{B49E4C34-EB75-45BD-BAEA-E99B3FD60A3B}" presName="text0" presStyleLbl="node1" presStyleIdx="1" presStyleCnt="4">
        <dgm:presLayoutVars>
          <dgm:bulletEnabled val="1"/>
        </dgm:presLayoutVars>
      </dgm:prSet>
      <dgm:spPr/>
    </dgm:pt>
    <dgm:pt modelId="{D1A171E7-10E8-48F0-90B0-0B8052FF3156}" type="pres">
      <dgm:prSet presAssocID="{9776F051-DEF0-4599-8009-3968B592C531}" presName="Name56" presStyleLbl="parChTrans1D2" presStyleIdx="1" presStyleCnt="3"/>
      <dgm:spPr/>
    </dgm:pt>
    <dgm:pt modelId="{AD2F76EE-F2D9-4920-AE1A-C786201B67DB}" type="pres">
      <dgm:prSet presAssocID="{CE0A1596-6F80-4BEC-B238-4C04223209BE}" presName="text0" presStyleLbl="node1" presStyleIdx="2" presStyleCnt="4">
        <dgm:presLayoutVars>
          <dgm:bulletEnabled val="1"/>
        </dgm:presLayoutVars>
      </dgm:prSet>
      <dgm:spPr/>
    </dgm:pt>
    <dgm:pt modelId="{20E7DD7E-BD6F-4FC4-A802-BAA72B61F9B1}" type="pres">
      <dgm:prSet presAssocID="{C62D099B-1630-434D-85FA-695091204D94}" presName="Name56" presStyleLbl="parChTrans1D2" presStyleIdx="2" presStyleCnt="3"/>
      <dgm:spPr/>
    </dgm:pt>
    <dgm:pt modelId="{D1A62707-B430-4065-99FA-7735B859102D}" type="pres">
      <dgm:prSet presAssocID="{44B6A334-95DD-4F61-8975-F43570079A9A}" presName="text0" presStyleLbl="node1" presStyleIdx="3" presStyleCnt="4">
        <dgm:presLayoutVars>
          <dgm:bulletEnabled val="1"/>
        </dgm:presLayoutVars>
      </dgm:prSet>
      <dgm:spPr/>
    </dgm:pt>
  </dgm:ptLst>
  <dgm:cxnLst>
    <dgm:cxn modelId="{11FCDE02-3850-43D0-B0BA-233503901872}" srcId="{AF189168-665E-4A89-B70E-639BB975D5F6}" destId="{EA268F54-2D6A-4D62-B8C9-CE60F718093B}" srcOrd="0" destOrd="0" parTransId="{0000168A-F142-4A92-998C-C3855C8FDEDC}" sibTransId="{814E3B4C-4666-48F6-8E28-DC546F85C464}"/>
    <dgm:cxn modelId="{D79B8D07-2112-42B5-8658-5D9C07597300}" type="presOf" srcId="{EA268F54-2D6A-4D62-B8C9-CE60F718093B}" destId="{834EE550-9C89-4FC1-A7A4-E09B139F71A2}" srcOrd="0" destOrd="0" presId="urn:microsoft.com/office/officeart/2008/layout/RadialCluster"/>
    <dgm:cxn modelId="{4E50265F-0076-4DE3-B805-0F47971DB240}" srcId="{EA268F54-2D6A-4D62-B8C9-CE60F718093B}" destId="{44B6A334-95DD-4F61-8975-F43570079A9A}" srcOrd="2" destOrd="0" parTransId="{C62D099B-1630-434D-85FA-695091204D94}" sibTransId="{19E16D77-63AA-46C0-A136-DD7A9E128E98}"/>
    <dgm:cxn modelId="{2D2FE765-FEEB-4968-9074-7F547E81CB6A}" type="presOf" srcId="{AF189168-665E-4A89-B70E-639BB975D5F6}" destId="{31B85C32-B5AD-4BCA-9032-F95F9B21ABBB}" srcOrd="0" destOrd="0" presId="urn:microsoft.com/office/officeart/2008/layout/RadialCluster"/>
    <dgm:cxn modelId="{E3FB386B-D073-47C9-B337-E5D35A8A13A2}" type="presOf" srcId="{9776F051-DEF0-4599-8009-3968B592C531}" destId="{D1A171E7-10E8-48F0-90B0-0B8052FF3156}" srcOrd="0" destOrd="0" presId="urn:microsoft.com/office/officeart/2008/layout/RadialCluster"/>
    <dgm:cxn modelId="{7231BF4F-DD43-45DC-981F-E1790C2FD280}" type="presOf" srcId="{44B6A334-95DD-4F61-8975-F43570079A9A}" destId="{D1A62707-B430-4065-99FA-7735B859102D}" srcOrd="0" destOrd="0" presId="urn:microsoft.com/office/officeart/2008/layout/RadialCluster"/>
    <dgm:cxn modelId="{1AE69250-F867-4431-B3C2-77FB427E5178}" srcId="{EA268F54-2D6A-4D62-B8C9-CE60F718093B}" destId="{B49E4C34-EB75-45BD-BAEA-E99B3FD60A3B}" srcOrd="0" destOrd="0" parTransId="{69015C79-20BA-404E-A977-8186E3862955}" sibTransId="{0B43AD46-D4C3-43D1-AD6F-53F14372C777}"/>
    <dgm:cxn modelId="{68D94271-16B3-4453-B689-8BF33EDCE05E}" type="presOf" srcId="{CE0A1596-6F80-4BEC-B238-4C04223209BE}" destId="{AD2F76EE-F2D9-4920-AE1A-C786201B67DB}" srcOrd="0" destOrd="0" presId="urn:microsoft.com/office/officeart/2008/layout/RadialCluster"/>
    <dgm:cxn modelId="{570A2D86-1E85-43E5-99D7-E82E4A09A06B}" srcId="{EA268F54-2D6A-4D62-B8C9-CE60F718093B}" destId="{CE0A1596-6F80-4BEC-B238-4C04223209BE}" srcOrd="1" destOrd="0" parTransId="{9776F051-DEF0-4599-8009-3968B592C531}" sibTransId="{B432C397-BA93-4FA9-9DE6-A453C2E2D3B9}"/>
    <dgm:cxn modelId="{5F953C8A-6EC3-48B7-AF43-5C4DC287959D}" type="presOf" srcId="{C62D099B-1630-434D-85FA-695091204D94}" destId="{20E7DD7E-BD6F-4FC4-A802-BAA72B61F9B1}" srcOrd="0" destOrd="0" presId="urn:microsoft.com/office/officeart/2008/layout/RadialCluster"/>
    <dgm:cxn modelId="{1356119A-12A5-40AA-A986-B047164F89EF}" type="presOf" srcId="{69015C79-20BA-404E-A977-8186E3862955}" destId="{A03DDE1E-8D78-485C-9D2B-CDBE8DD16BD2}" srcOrd="0" destOrd="0" presId="urn:microsoft.com/office/officeart/2008/layout/RadialCluster"/>
    <dgm:cxn modelId="{39D17BE6-ECDC-44AC-AD9D-ADDE93786445}" type="presOf" srcId="{B49E4C34-EB75-45BD-BAEA-E99B3FD60A3B}" destId="{7E4A6CDE-59B6-4CAF-8962-A499847C332D}" srcOrd="0" destOrd="0" presId="urn:microsoft.com/office/officeart/2008/layout/RadialCluster"/>
    <dgm:cxn modelId="{D6DB0A1A-A229-41F5-A168-7A14D21882BE}" type="presParOf" srcId="{31B85C32-B5AD-4BCA-9032-F95F9B21ABBB}" destId="{958CB32C-8DE3-484E-8CCD-E5FF0B9D9125}" srcOrd="0" destOrd="0" presId="urn:microsoft.com/office/officeart/2008/layout/RadialCluster"/>
    <dgm:cxn modelId="{B661917F-FF41-4561-9FD8-AA0C093B2EC0}" type="presParOf" srcId="{958CB32C-8DE3-484E-8CCD-E5FF0B9D9125}" destId="{834EE550-9C89-4FC1-A7A4-E09B139F71A2}" srcOrd="0" destOrd="0" presId="urn:microsoft.com/office/officeart/2008/layout/RadialCluster"/>
    <dgm:cxn modelId="{C78438BD-9209-49BF-AA87-8857CFBBD695}" type="presParOf" srcId="{958CB32C-8DE3-484E-8CCD-E5FF0B9D9125}" destId="{A03DDE1E-8D78-485C-9D2B-CDBE8DD16BD2}" srcOrd="1" destOrd="0" presId="urn:microsoft.com/office/officeart/2008/layout/RadialCluster"/>
    <dgm:cxn modelId="{02B38DB9-BB83-4C3C-AAFC-D86A227C25FB}" type="presParOf" srcId="{958CB32C-8DE3-484E-8CCD-E5FF0B9D9125}" destId="{7E4A6CDE-59B6-4CAF-8962-A499847C332D}" srcOrd="2" destOrd="0" presId="urn:microsoft.com/office/officeart/2008/layout/RadialCluster"/>
    <dgm:cxn modelId="{666FC99F-7B59-4235-B721-E522EAA7250A}" type="presParOf" srcId="{958CB32C-8DE3-484E-8CCD-E5FF0B9D9125}" destId="{D1A171E7-10E8-48F0-90B0-0B8052FF3156}" srcOrd="3" destOrd="0" presId="urn:microsoft.com/office/officeart/2008/layout/RadialCluster"/>
    <dgm:cxn modelId="{F8DA1279-E737-4BB1-86F8-E88B5BB9B7A6}" type="presParOf" srcId="{958CB32C-8DE3-484E-8CCD-E5FF0B9D9125}" destId="{AD2F76EE-F2D9-4920-AE1A-C786201B67DB}" srcOrd="4" destOrd="0" presId="urn:microsoft.com/office/officeart/2008/layout/RadialCluster"/>
    <dgm:cxn modelId="{75BA5201-983D-409E-8AC3-8355FBF7B2DB}" type="presParOf" srcId="{958CB32C-8DE3-484E-8CCD-E5FF0B9D9125}" destId="{20E7DD7E-BD6F-4FC4-A802-BAA72B61F9B1}" srcOrd="5" destOrd="0" presId="urn:microsoft.com/office/officeart/2008/layout/RadialCluster"/>
    <dgm:cxn modelId="{FEE4AB9C-F757-414B-B0E7-C8E8A7E5C42D}" type="presParOf" srcId="{958CB32C-8DE3-484E-8CCD-E5FF0B9D9125}" destId="{D1A62707-B430-4065-99FA-7735B859102D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189168-665E-4A89-B70E-639BB975D5F6}" type="doc">
      <dgm:prSet loTypeId="urn:microsoft.com/office/officeart/2008/layout/RadialCluster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268F54-2D6A-4D62-B8C9-CE60F718093B}">
      <dgm:prSet phldrT="[Text]" custT="1"/>
      <dgm:spPr>
        <a:solidFill>
          <a:schemeClr val="tx1"/>
        </a:solidFill>
      </dgm:spPr>
      <dgm:t>
        <a:bodyPr/>
        <a:lstStyle/>
        <a:p>
          <a:r>
            <a:rPr lang="fa-IR" sz="40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نوع عوامل</a:t>
          </a:r>
          <a:endParaRPr lang="en-US" sz="4000" dirty="0">
            <a:solidFill>
              <a:schemeClr val="bg1"/>
            </a:solidFill>
          </a:endParaRPr>
        </a:p>
      </dgm:t>
    </dgm:pt>
    <dgm:pt modelId="{0000168A-F142-4A92-998C-C3855C8FDEDC}" type="parTrans" cxnId="{11FCDE02-3850-43D0-B0BA-233503901872}">
      <dgm:prSet/>
      <dgm:spPr/>
      <dgm:t>
        <a:bodyPr/>
        <a:lstStyle/>
        <a:p>
          <a:endParaRPr lang="en-US"/>
        </a:p>
      </dgm:t>
    </dgm:pt>
    <dgm:pt modelId="{814E3B4C-4666-48F6-8E28-DC546F85C464}" type="sibTrans" cxnId="{11FCDE02-3850-43D0-B0BA-233503901872}">
      <dgm:prSet/>
      <dgm:spPr/>
      <dgm:t>
        <a:bodyPr/>
        <a:lstStyle/>
        <a:p>
          <a:endParaRPr lang="en-US"/>
        </a:p>
      </dgm:t>
    </dgm:pt>
    <dgm:pt modelId="{B49E4C34-EB75-45BD-BAEA-E99B3FD60A3B}">
      <dgm:prSet phldrT="[Text]" custT="1"/>
      <dgm:spPr>
        <a:solidFill>
          <a:srgbClr val="297C2A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fa-IR" sz="28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</a:t>
          </a:r>
          <a:r>
            <a:rPr lang="fa-IR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rPr>
            <a:t> </a:t>
          </a:r>
          <a:r>
            <a:rPr lang="fa-IR" sz="28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زیستی</a:t>
          </a:r>
          <a:endParaRPr lang="en-US" sz="2800" dirty="0">
            <a:solidFill>
              <a:schemeClr val="bg1"/>
            </a:solidFill>
          </a:endParaRPr>
        </a:p>
      </dgm:t>
    </dgm:pt>
    <dgm:pt modelId="{69015C79-20BA-404E-A977-8186E3862955}" type="parTrans" cxnId="{1AE69250-F867-4431-B3C2-77FB427E5178}">
      <dgm:prSet/>
      <dgm:spPr>
        <a:ln w="38100">
          <a:solidFill>
            <a:schemeClr val="tx1"/>
          </a:solidFill>
        </a:ln>
      </dgm:spPr>
      <dgm:t>
        <a:bodyPr/>
        <a:lstStyle/>
        <a:p>
          <a:endParaRPr lang="en-US" sz="2800">
            <a:solidFill>
              <a:schemeClr val="bg1"/>
            </a:solidFill>
          </a:endParaRPr>
        </a:p>
      </dgm:t>
    </dgm:pt>
    <dgm:pt modelId="{0B43AD46-D4C3-43D1-AD6F-53F14372C777}" type="sibTrans" cxnId="{1AE69250-F867-4431-B3C2-77FB427E5178}">
      <dgm:prSet/>
      <dgm:spPr/>
      <dgm:t>
        <a:bodyPr/>
        <a:lstStyle/>
        <a:p>
          <a:endParaRPr lang="en-US"/>
        </a:p>
      </dgm:t>
    </dgm:pt>
    <dgm:pt modelId="{CE0A1596-6F80-4BEC-B238-4C04223209BE}">
      <dgm:prSet phldrT="[Text]" custT="1"/>
      <dgm:spPr>
        <a:solidFill>
          <a:srgbClr val="C00000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fa-IR" sz="28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 اجتماعی</a:t>
          </a:r>
          <a:endParaRPr lang="en-US" sz="2800" dirty="0">
            <a:solidFill>
              <a:schemeClr val="bg1"/>
            </a:solidFill>
          </a:endParaRPr>
        </a:p>
      </dgm:t>
    </dgm:pt>
    <dgm:pt modelId="{9776F051-DEF0-4599-8009-3968B592C531}" type="parTrans" cxnId="{570A2D86-1E85-43E5-99D7-E82E4A09A06B}">
      <dgm:prSet/>
      <dgm:spPr>
        <a:ln w="38100">
          <a:solidFill>
            <a:schemeClr val="tx1"/>
          </a:solidFill>
        </a:ln>
      </dgm:spPr>
      <dgm:t>
        <a:bodyPr/>
        <a:lstStyle/>
        <a:p>
          <a:endParaRPr lang="en-US" sz="2800">
            <a:solidFill>
              <a:schemeClr val="bg1"/>
            </a:solidFill>
          </a:endParaRPr>
        </a:p>
      </dgm:t>
    </dgm:pt>
    <dgm:pt modelId="{B432C397-BA93-4FA9-9DE6-A453C2E2D3B9}" type="sibTrans" cxnId="{570A2D86-1E85-43E5-99D7-E82E4A09A06B}">
      <dgm:prSet/>
      <dgm:spPr/>
      <dgm:t>
        <a:bodyPr/>
        <a:lstStyle/>
        <a:p>
          <a:endParaRPr lang="en-US"/>
        </a:p>
      </dgm:t>
    </dgm:pt>
    <dgm:pt modelId="{44B6A334-95DD-4F61-8975-F43570079A9A}">
      <dgm:prSet phldrT="[Text]" custT="1"/>
      <dgm:spPr>
        <a:solidFill>
          <a:srgbClr val="002060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fa-IR" sz="28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</a:t>
          </a:r>
          <a:r>
            <a:rPr lang="fa-IR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rPr>
            <a:t> </a:t>
          </a:r>
          <a:r>
            <a:rPr lang="fa-IR" sz="28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روانی</a:t>
          </a:r>
          <a:endParaRPr lang="en-US" sz="2800" dirty="0">
            <a:solidFill>
              <a:schemeClr val="bg1"/>
            </a:solidFill>
          </a:endParaRPr>
        </a:p>
      </dgm:t>
    </dgm:pt>
    <dgm:pt modelId="{C62D099B-1630-434D-85FA-695091204D94}" type="parTrans" cxnId="{4E50265F-0076-4DE3-B805-0F47971DB240}">
      <dgm:prSet/>
      <dgm:spPr>
        <a:ln w="38100">
          <a:solidFill>
            <a:schemeClr val="tx1"/>
          </a:solidFill>
        </a:ln>
      </dgm:spPr>
      <dgm:t>
        <a:bodyPr/>
        <a:lstStyle/>
        <a:p>
          <a:endParaRPr lang="en-US" sz="2800">
            <a:solidFill>
              <a:schemeClr val="bg1"/>
            </a:solidFill>
          </a:endParaRPr>
        </a:p>
      </dgm:t>
    </dgm:pt>
    <dgm:pt modelId="{19E16D77-63AA-46C0-A136-DD7A9E128E98}" type="sibTrans" cxnId="{4E50265F-0076-4DE3-B805-0F47971DB240}">
      <dgm:prSet/>
      <dgm:spPr/>
      <dgm:t>
        <a:bodyPr/>
        <a:lstStyle/>
        <a:p>
          <a:endParaRPr lang="en-US"/>
        </a:p>
      </dgm:t>
    </dgm:pt>
    <dgm:pt modelId="{31B85C32-B5AD-4BCA-9032-F95F9B21ABBB}" type="pres">
      <dgm:prSet presAssocID="{AF189168-665E-4A89-B70E-639BB975D5F6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958CB32C-8DE3-484E-8CCD-E5FF0B9D9125}" type="pres">
      <dgm:prSet presAssocID="{EA268F54-2D6A-4D62-B8C9-CE60F718093B}" presName="singleCycle" presStyleCnt="0"/>
      <dgm:spPr/>
    </dgm:pt>
    <dgm:pt modelId="{834EE550-9C89-4FC1-A7A4-E09B139F71A2}" type="pres">
      <dgm:prSet presAssocID="{EA268F54-2D6A-4D62-B8C9-CE60F718093B}" presName="singleCenter" presStyleLbl="node1" presStyleIdx="0" presStyleCnt="4">
        <dgm:presLayoutVars>
          <dgm:chMax val="7"/>
          <dgm:chPref val="7"/>
        </dgm:presLayoutVars>
      </dgm:prSet>
      <dgm:spPr/>
    </dgm:pt>
    <dgm:pt modelId="{A03DDE1E-8D78-485C-9D2B-CDBE8DD16BD2}" type="pres">
      <dgm:prSet presAssocID="{69015C79-20BA-404E-A977-8186E3862955}" presName="Name56" presStyleLbl="parChTrans1D2" presStyleIdx="0" presStyleCnt="3"/>
      <dgm:spPr/>
    </dgm:pt>
    <dgm:pt modelId="{7E4A6CDE-59B6-4CAF-8962-A499847C332D}" type="pres">
      <dgm:prSet presAssocID="{B49E4C34-EB75-45BD-BAEA-E99B3FD60A3B}" presName="text0" presStyleLbl="node1" presStyleIdx="1" presStyleCnt="4">
        <dgm:presLayoutVars>
          <dgm:bulletEnabled val="1"/>
        </dgm:presLayoutVars>
      </dgm:prSet>
      <dgm:spPr/>
    </dgm:pt>
    <dgm:pt modelId="{D1A171E7-10E8-48F0-90B0-0B8052FF3156}" type="pres">
      <dgm:prSet presAssocID="{9776F051-DEF0-4599-8009-3968B592C531}" presName="Name56" presStyleLbl="parChTrans1D2" presStyleIdx="1" presStyleCnt="3"/>
      <dgm:spPr/>
    </dgm:pt>
    <dgm:pt modelId="{AD2F76EE-F2D9-4920-AE1A-C786201B67DB}" type="pres">
      <dgm:prSet presAssocID="{CE0A1596-6F80-4BEC-B238-4C04223209BE}" presName="text0" presStyleLbl="node1" presStyleIdx="2" presStyleCnt="4">
        <dgm:presLayoutVars>
          <dgm:bulletEnabled val="1"/>
        </dgm:presLayoutVars>
      </dgm:prSet>
      <dgm:spPr/>
    </dgm:pt>
    <dgm:pt modelId="{20E7DD7E-BD6F-4FC4-A802-BAA72B61F9B1}" type="pres">
      <dgm:prSet presAssocID="{C62D099B-1630-434D-85FA-695091204D94}" presName="Name56" presStyleLbl="parChTrans1D2" presStyleIdx="2" presStyleCnt="3"/>
      <dgm:spPr/>
    </dgm:pt>
    <dgm:pt modelId="{D1A62707-B430-4065-99FA-7735B859102D}" type="pres">
      <dgm:prSet presAssocID="{44B6A334-95DD-4F61-8975-F43570079A9A}" presName="text0" presStyleLbl="node1" presStyleIdx="3" presStyleCnt="4">
        <dgm:presLayoutVars>
          <dgm:bulletEnabled val="1"/>
        </dgm:presLayoutVars>
      </dgm:prSet>
      <dgm:spPr/>
    </dgm:pt>
  </dgm:ptLst>
  <dgm:cxnLst>
    <dgm:cxn modelId="{11FCDE02-3850-43D0-B0BA-233503901872}" srcId="{AF189168-665E-4A89-B70E-639BB975D5F6}" destId="{EA268F54-2D6A-4D62-B8C9-CE60F718093B}" srcOrd="0" destOrd="0" parTransId="{0000168A-F142-4A92-998C-C3855C8FDEDC}" sibTransId="{814E3B4C-4666-48F6-8E28-DC546F85C464}"/>
    <dgm:cxn modelId="{D79B8D07-2112-42B5-8658-5D9C07597300}" type="presOf" srcId="{EA268F54-2D6A-4D62-B8C9-CE60F718093B}" destId="{834EE550-9C89-4FC1-A7A4-E09B139F71A2}" srcOrd="0" destOrd="0" presId="urn:microsoft.com/office/officeart/2008/layout/RadialCluster"/>
    <dgm:cxn modelId="{4E50265F-0076-4DE3-B805-0F47971DB240}" srcId="{EA268F54-2D6A-4D62-B8C9-CE60F718093B}" destId="{44B6A334-95DD-4F61-8975-F43570079A9A}" srcOrd="2" destOrd="0" parTransId="{C62D099B-1630-434D-85FA-695091204D94}" sibTransId="{19E16D77-63AA-46C0-A136-DD7A9E128E98}"/>
    <dgm:cxn modelId="{2D2FE765-FEEB-4968-9074-7F547E81CB6A}" type="presOf" srcId="{AF189168-665E-4A89-B70E-639BB975D5F6}" destId="{31B85C32-B5AD-4BCA-9032-F95F9B21ABBB}" srcOrd="0" destOrd="0" presId="urn:microsoft.com/office/officeart/2008/layout/RadialCluster"/>
    <dgm:cxn modelId="{E3FB386B-D073-47C9-B337-E5D35A8A13A2}" type="presOf" srcId="{9776F051-DEF0-4599-8009-3968B592C531}" destId="{D1A171E7-10E8-48F0-90B0-0B8052FF3156}" srcOrd="0" destOrd="0" presId="urn:microsoft.com/office/officeart/2008/layout/RadialCluster"/>
    <dgm:cxn modelId="{7231BF4F-DD43-45DC-981F-E1790C2FD280}" type="presOf" srcId="{44B6A334-95DD-4F61-8975-F43570079A9A}" destId="{D1A62707-B430-4065-99FA-7735B859102D}" srcOrd="0" destOrd="0" presId="urn:microsoft.com/office/officeart/2008/layout/RadialCluster"/>
    <dgm:cxn modelId="{1AE69250-F867-4431-B3C2-77FB427E5178}" srcId="{EA268F54-2D6A-4D62-B8C9-CE60F718093B}" destId="{B49E4C34-EB75-45BD-BAEA-E99B3FD60A3B}" srcOrd="0" destOrd="0" parTransId="{69015C79-20BA-404E-A977-8186E3862955}" sibTransId="{0B43AD46-D4C3-43D1-AD6F-53F14372C777}"/>
    <dgm:cxn modelId="{68D94271-16B3-4453-B689-8BF33EDCE05E}" type="presOf" srcId="{CE0A1596-6F80-4BEC-B238-4C04223209BE}" destId="{AD2F76EE-F2D9-4920-AE1A-C786201B67DB}" srcOrd="0" destOrd="0" presId="urn:microsoft.com/office/officeart/2008/layout/RadialCluster"/>
    <dgm:cxn modelId="{570A2D86-1E85-43E5-99D7-E82E4A09A06B}" srcId="{EA268F54-2D6A-4D62-B8C9-CE60F718093B}" destId="{CE0A1596-6F80-4BEC-B238-4C04223209BE}" srcOrd="1" destOrd="0" parTransId="{9776F051-DEF0-4599-8009-3968B592C531}" sibTransId="{B432C397-BA93-4FA9-9DE6-A453C2E2D3B9}"/>
    <dgm:cxn modelId="{5F953C8A-6EC3-48B7-AF43-5C4DC287959D}" type="presOf" srcId="{C62D099B-1630-434D-85FA-695091204D94}" destId="{20E7DD7E-BD6F-4FC4-A802-BAA72B61F9B1}" srcOrd="0" destOrd="0" presId="urn:microsoft.com/office/officeart/2008/layout/RadialCluster"/>
    <dgm:cxn modelId="{1356119A-12A5-40AA-A986-B047164F89EF}" type="presOf" srcId="{69015C79-20BA-404E-A977-8186E3862955}" destId="{A03DDE1E-8D78-485C-9D2B-CDBE8DD16BD2}" srcOrd="0" destOrd="0" presId="urn:microsoft.com/office/officeart/2008/layout/RadialCluster"/>
    <dgm:cxn modelId="{39D17BE6-ECDC-44AC-AD9D-ADDE93786445}" type="presOf" srcId="{B49E4C34-EB75-45BD-BAEA-E99B3FD60A3B}" destId="{7E4A6CDE-59B6-4CAF-8962-A499847C332D}" srcOrd="0" destOrd="0" presId="urn:microsoft.com/office/officeart/2008/layout/RadialCluster"/>
    <dgm:cxn modelId="{D6DB0A1A-A229-41F5-A168-7A14D21882BE}" type="presParOf" srcId="{31B85C32-B5AD-4BCA-9032-F95F9B21ABBB}" destId="{958CB32C-8DE3-484E-8CCD-E5FF0B9D9125}" srcOrd="0" destOrd="0" presId="urn:microsoft.com/office/officeart/2008/layout/RadialCluster"/>
    <dgm:cxn modelId="{B661917F-FF41-4561-9FD8-AA0C093B2EC0}" type="presParOf" srcId="{958CB32C-8DE3-484E-8CCD-E5FF0B9D9125}" destId="{834EE550-9C89-4FC1-A7A4-E09B139F71A2}" srcOrd="0" destOrd="0" presId="urn:microsoft.com/office/officeart/2008/layout/RadialCluster"/>
    <dgm:cxn modelId="{C78438BD-9209-49BF-AA87-8857CFBBD695}" type="presParOf" srcId="{958CB32C-8DE3-484E-8CCD-E5FF0B9D9125}" destId="{A03DDE1E-8D78-485C-9D2B-CDBE8DD16BD2}" srcOrd="1" destOrd="0" presId="urn:microsoft.com/office/officeart/2008/layout/RadialCluster"/>
    <dgm:cxn modelId="{02B38DB9-BB83-4C3C-AAFC-D86A227C25FB}" type="presParOf" srcId="{958CB32C-8DE3-484E-8CCD-E5FF0B9D9125}" destId="{7E4A6CDE-59B6-4CAF-8962-A499847C332D}" srcOrd="2" destOrd="0" presId="urn:microsoft.com/office/officeart/2008/layout/RadialCluster"/>
    <dgm:cxn modelId="{666FC99F-7B59-4235-B721-E522EAA7250A}" type="presParOf" srcId="{958CB32C-8DE3-484E-8CCD-E5FF0B9D9125}" destId="{D1A171E7-10E8-48F0-90B0-0B8052FF3156}" srcOrd="3" destOrd="0" presId="urn:microsoft.com/office/officeart/2008/layout/RadialCluster"/>
    <dgm:cxn modelId="{F8DA1279-E737-4BB1-86F8-E88B5BB9B7A6}" type="presParOf" srcId="{958CB32C-8DE3-484E-8CCD-E5FF0B9D9125}" destId="{AD2F76EE-F2D9-4920-AE1A-C786201B67DB}" srcOrd="4" destOrd="0" presId="urn:microsoft.com/office/officeart/2008/layout/RadialCluster"/>
    <dgm:cxn modelId="{75BA5201-983D-409E-8AC3-8355FBF7B2DB}" type="presParOf" srcId="{958CB32C-8DE3-484E-8CCD-E5FF0B9D9125}" destId="{20E7DD7E-BD6F-4FC4-A802-BAA72B61F9B1}" srcOrd="5" destOrd="0" presId="urn:microsoft.com/office/officeart/2008/layout/RadialCluster"/>
    <dgm:cxn modelId="{FEE4AB9C-F757-414B-B0E7-C8E8A7E5C42D}" type="presParOf" srcId="{958CB32C-8DE3-484E-8CCD-E5FF0B9D9125}" destId="{D1A62707-B430-4065-99FA-7735B859102D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F189168-665E-4A89-B70E-639BB975D5F6}" type="doc">
      <dgm:prSet loTypeId="urn:microsoft.com/office/officeart/2008/layout/RadialCluster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268F54-2D6A-4D62-B8C9-CE60F718093B}">
      <dgm:prSet phldrT="[Text]" custT="1"/>
      <dgm:spPr>
        <a:solidFill>
          <a:schemeClr val="tx1"/>
        </a:solidFill>
      </dgm:spPr>
      <dgm:t>
        <a:bodyPr/>
        <a:lstStyle/>
        <a:p>
          <a:r>
            <a:rPr lang="fa-IR" sz="40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نوع عوامل</a:t>
          </a:r>
          <a:endParaRPr lang="en-US" sz="4000" dirty="0">
            <a:solidFill>
              <a:schemeClr val="bg1"/>
            </a:solidFill>
          </a:endParaRPr>
        </a:p>
      </dgm:t>
    </dgm:pt>
    <dgm:pt modelId="{0000168A-F142-4A92-998C-C3855C8FDEDC}" type="parTrans" cxnId="{11FCDE02-3850-43D0-B0BA-233503901872}">
      <dgm:prSet/>
      <dgm:spPr/>
      <dgm:t>
        <a:bodyPr/>
        <a:lstStyle/>
        <a:p>
          <a:endParaRPr lang="en-US"/>
        </a:p>
      </dgm:t>
    </dgm:pt>
    <dgm:pt modelId="{814E3B4C-4666-48F6-8E28-DC546F85C464}" type="sibTrans" cxnId="{11FCDE02-3850-43D0-B0BA-233503901872}">
      <dgm:prSet/>
      <dgm:spPr/>
      <dgm:t>
        <a:bodyPr/>
        <a:lstStyle/>
        <a:p>
          <a:endParaRPr lang="en-US"/>
        </a:p>
      </dgm:t>
    </dgm:pt>
    <dgm:pt modelId="{B49E4C34-EB75-45BD-BAEA-E99B3FD60A3B}">
      <dgm:prSet phldrT="[Text]" custT="1"/>
      <dgm:spPr>
        <a:solidFill>
          <a:srgbClr val="297C2A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fa-IR" sz="28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</a:t>
          </a:r>
          <a:r>
            <a:rPr lang="fa-IR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rPr>
            <a:t> </a:t>
          </a:r>
          <a:r>
            <a:rPr lang="fa-IR" sz="28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زیستی</a:t>
          </a:r>
          <a:endParaRPr lang="en-US" sz="2800" dirty="0">
            <a:solidFill>
              <a:schemeClr val="bg1"/>
            </a:solidFill>
          </a:endParaRPr>
        </a:p>
      </dgm:t>
    </dgm:pt>
    <dgm:pt modelId="{69015C79-20BA-404E-A977-8186E3862955}" type="parTrans" cxnId="{1AE69250-F867-4431-B3C2-77FB427E5178}">
      <dgm:prSet/>
      <dgm:spPr>
        <a:ln w="38100">
          <a:solidFill>
            <a:schemeClr val="tx1"/>
          </a:solidFill>
        </a:ln>
      </dgm:spPr>
      <dgm:t>
        <a:bodyPr/>
        <a:lstStyle/>
        <a:p>
          <a:endParaRPr lang="en-US" sz="2800">
            <a:solidFill>
              <a:schemeClr val="bg1"/>
            </a:solidFill>
          </a:endParaRPr>
        </a:p>
      </dgm:t>
    </dgm:pt>
    <dgm:pt modelId="{0B43AD46-D4C3-43D1-AD6F-53F14372C777}" type="sibTrans" cxnId="{1AE69250-F867-4431-B3C2-77FB427E5178}">
      <dgm:prSet/>
      <dgm:spPr/>
      <dgm:t>
        <a:bodyPr/>
        <a:lstStyle/>
        <a:p>
          <a:endParaRPr lang="en-US"/>
        </a:p>
      </dgm:t>
    </dgm:pt>
    <dgm:pt modelId="{CE0A1596-6F80-4BEC-B238-4C04223209BE}">
      <dgm:prSet phldrT="[Text]" custT="1"/>
      <dgm:spPr>
        <a:solidFill>
          <a:srgbClr val="C00000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fa-IR" sz="28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 اجتماعی</a:t>
          </a:r>
          <a:endParaRPr lang="en-US" sz="2800" dirty="0">
            <a:solidFill>
              <a:schemeClr val="bg1"/>
            </a:solidFill>
          </a:endParaRPr>
        </a:p>
      </dgm:t>
    </dgm:pt>
    <dgm:pt modelId="{9776F051-DEF0-4599-8009-3968B592C531}" type="parTrans" cxnId="{570A2D86-1E85-43E5-99D7-E82E4A09A06B}">
      <dgm:prSet/>
      <dgm:spPr>
        <a:ln w="38100">
          <a:solidFill>
            <a:schemeClr val="tx1"/>
          </a:solidFill>
        </a:ln>
      </dgm:spPr>
      <dgm:t>
        <a:bodyPr/>
        <a:lstStyle/>
        <a:p>
          <a:endParaRPr lang="en-US" sz="2800">
            <a:solidFill>
              <a:schemeClr val="bg1"/>
            </a:solidFill>
          </a:endParaRPr>
        </a:p>
      </dgm:t>
    </dgm:pt>
    <dgm:pt modelId="{B432C397-BA93-4FA9-9DE6-A453C2E2D3B9}" type="sibTrans" cxnId="{570A2D86-1E85-43E5-99D7-E82E4A09A06B}">
      <dgm:prSet/>
      <dgm:spPr/>
      <dgm:t>
        <a:bodyPr/>
        <a:lstStyle/>
        <a:p>
          <a:endParaRPr lang="en-US"/>
        </a:p>
      </dgm:t>
    </dgm:pt>
    <dgm:pt modelId="{44B6A334-95DD-4F61-8975-F43570079A9A}">
      <dgm:prSet phldrT="[Text]" custT="1"/>
      <dgm:spPr>
        <a:solidFill>
          <a:srgbClr val="002060"/>
        </a:solidFill>
      </dgm:spPr>
      <dgm:t>
        <a:bodyPr/>
        <a:lstStyle/>
        <a:p>
          <a:pPr>
            <a:buFont typeface="+mj-lt"/>
            <a:buAutoNum type="arabicPeriod"/>
          </a:pPr>
          <a:r>
            <a:rPr lang="fa-IR" sz="28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</a:t>
          </a:r>
          <a:r>
            <a:rPr lang="fa-IR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rPr>
            <a:t> </a:t>
          </a:r>
          <a:r>
            <a:rPr lang="fa-IR" sz="28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روانی</a:t>
          </a:r>
          <a:endParaRPr lang="en-US" sz="2800" dirty="0">
            <a:solidFill>
              <a:schemeClr val="bg1"/>
            </a:solidFill>
          </a:endParaRPr>
        </a:p>
      </dgm:t>
    </dgm:pt>
    <dgm:pt modelId="{C62D099B-1630-434D-85FA-695091204D94}" type="parTrans" cxnId="{4E50265F-0076-4DE3-B805-0F47971DB240}">
      <dgm:prSet/>
      <dgm:spPr>
        <a:ln w="38100">
          <a:solidFill>
            <a:schemeClr val="tx1"/>
          </a:solidFill>
        </a:ln>
      </dgm:spPr>
      <dgm:t>
        <a:bodyPr/>
        <a:lstStyle/>
        <a:p>
          <a:endParaRPr lang="en-US" sz="2800">
            <a:solidFill>
              <a:schemeClr val="bg1"/>
            </a:solidFill>
          </a:endParaRPr>
        </a:p>
      </dgm:t>
    </dgm:pt>
    <dgm:pt modelId="{19E16D77-63AA-46C0-A136-DD7A9E128E98}" type="sibTrans" cxnId="{4E50265F-0076-4DE3-B805-0F47971DB240}">
      <dgm:prSet/>
      <dgm:spPr/>
      <dgm:t>
        <a:bodyPr/>
        <a:lstStyle/>
        <a:p>
          <a:endParaRPr lang="en-US"/>
        </a:p>
      </dgm:t>
    </dgm:pt>
    <dgm:pt modelId="{31B85C32-B5AD-4BCA-9032-F95F9B21ABBB}" type="pres">
      <dgm:prSet presAssocID="{AF189168-665E-4A89-B70E-639BB975D5F6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958CB32C-8DE3-484E-8CCD-E5FF0B9D9125}" type="pres">
      <dgm:prSet presAssocID="{EA268F54-2D6A-4D62-B8C9-CE60F718093B}" presName="singleCycle" presStyleCnt="0"/>
      <dgm:spPr/>
    </dgm:pt>
    <dgm:pt modelId="{834EE550-9C89-4FC1-A7A4-E09B139F71A2}" type="pres">
      <dgm:prSet presAssocID="{EA268F54-2D6A-4D62-B8C9-CE60F718093B}" presName="singleCenter" presStyleLbl="node1" presStyleIdx="0" presStyleCnt="4">
        <dgm:presLayoutVars>
          <dgm:chMax val="7"/>
          <dgm:chPref val="7"/>
        </dgm:presLayoutVars>
      </dgm:prSet>
      <dgm:spPr/>
    </dgm:pt>
    <dgm:pt modelId="{A03DDE1E-8D78-485C-9D2B-CDBE8DD16BD2}" type="pres">
      <dgm:prSet presAssocID="{69015C79-20BA-404E-A977-8186E3862955}" presName="Name56" presStyleLbl="parChTrans1D2" presStyleIdx="0" presStyleCnt="3"/>
      <dgm:spPr/>
    </dgm:pt>
    <dgm:pt modelId="{7E4A6CDE-59B6-4CAF-8962-A499847C332D}" type="pres">
      <dgm:prSet presAssocID="{B49E4C34-EB75-45BD-BAEA-E99B3FD60A3B}" presName="text0" presStyleLbl="node1" presStyleIdx="1" presStyleCnt="4">
        <dgm:presLayoutVars>
          <dgm:bulletEnabled val="1"/>
        </dgm:presLayoutVars>
      </dgm:prSet>
      <dgm:spPr/>
    </dgm:pt>
    <dgm:pt modelId="{D1A171E7-10E8-48F0-90B0-0B8052FF3156}" type="pres">
      <dgm:prSet presAssocID="{9776F051-DEF0-4599-8009-3968B592C531}" presName="Name56" presStyleLbl="parChTrans1D2" presStyleIdx="1" presStyleCnt="3"/>
      <dgm:spPr/>
    </dgm:pt>
    <dgm:pt modelId="{AD2F76EE-F2D9-4920-AE1A-C786201B67DB}" type="pres">
      <dgm:prSet presAssocID="{CE0A1596-6F80-4BEC-B238-4C04223209BE}" presName="text0" presStyleLbl="node1" presStyleIdx="2" presStyleCnt="4">
        <dgm:presLayoutVars>
          <dgm:bulletEnabled val="1"/>
        </dgm:presLayoutVars>
      </dgm:prSet>
      <dgm:spPr/>
    </dgm:pt>
    <dgm:pt modelId="{20E7DD7E-BD6F-4FC4-A802-BAA72B61F9B1}" type="pres">
      <dgm:prSet presAssocID="{C62D099B-1630-434D-85FA-695091204D94}" presName="Name56" presStyleLbl="parChTrans1D2" presStyleIdx="2" presStyleCnt="3"/>
      <dgm:spPr/>
    </dgm:pt>
    <dgm:pt modelId="{D1A62707-B430-4065-99FA-7735B859102D}" type="pres">
      <dgm:prSet presAssocID="{44B6A334-95DD-4F61-8975-F43570079A9A}" presName="text0" presStyleLbl="node1" presStyleIdx="3" presStyleCnt="4">
        <dgm:presLayoutVars>
          <dgm:bulletEnabled val="1"/>
        </dgm:presLayoutVars>
      </dgm:prSet>
      <dgm:spPr/>
    </dgm:pt>
  </dgm:ptLst>
  <dgm:cxnLst>
    <dgm:cxn modelId="{11FCDE02-3850-43D0-B0BA-233503901872}" srcId="{AF189168-665E-4A89-B70E-639BB975D5F6}" destId="{EA268F54-2D6A-4D62-B8C9-CE60F718093B}" srcOrd="0" destOrd="0" parTransId="{0000168A-F142-4A92-998C-C3855C8FDEDC}" sibTransId="{814E3B4C-4666-48F6-8E28-DC546F85C464}"/>
    <dgm:cxn modelId="{D79B8D07-2112-42B5-8658-5D9C07597300}" type="presOf" srcId="{EA268F54-2D6A-4D62-B8C9-CE60F718093B}" destId="{834EE550-9C89-4FC1-A7A4-E09B139F71A2}" srcOrd="0" destOrd="0" presId="urn:microsoft.com/office/officeart/2008/layout/RadialCluster"/>
    <dgm:cxn modelId="{4E50265F-0076-4DE3-B805-0F47971DB240}" srcId="{EA268F54-2D6A-4D62-B8C9-CE60F718093B}" destId="{44B6A334-95DD-4F61-8975-F43570079A9A}" srcOrd="2" destOrd="0" parTransId="{C62D099B-1630-434D-85FA-695091204D94}" sibTransId="{19E16D77-63AA-46C0-A136-DD7A9E128E98}"/>
    <dgm:cxn modelId="{2D2FE765-FEEB-4968-9074-7F547E81CB6A}" type="presOf" srcId="{AF189168-665E-4A89-B70E-639BB975D5F6}" destId="{31B85C32-B5AD-4BCA-9032-F95F9B21ABBB}" srcOrd="0" destOrd="0" presId="urn:microsoft.com/office/officeart/2008/layout/RadialCluster"/>
    <dgm:cxn modelId="{E3FB386B-D073-47C9-B337-E5D35A8A13A2}" type="presOf" srcId="{9776F051-DEF0-4599-8009-3968B592C531}" destId="{D1A171E7-10E8-48F0-90B0-0B8052FF3156}" srcOrd="0" destOrd="0" presId="urn:microsoft.com/office/officeart/2008/layout/RadialCluster"/>
    <dgm:cxn modelId="{7231BF4F-DD43-45DC-981F-E1790C2FD280}" type="presOf" srcId="{44B6A334-95DD-4F61-8975-F43570079A9A}" destId="{D1A62707-B430-4065-99FA-7735B859102D}" srcOrd="0" destOrd="0" presId="urn:microsoft.com/office/officeart/2008/layout/RadialCluster"/>
    <dgm:cxn modelId="{1AE69250-F867-4431-B3C2-77FB427E5178}" srcId="{EA268F54-2D6A-4D62-B8C9-CE60F718093B}" destId="{B49E4C34-EB75-45BD-BAEA-E99B3FD60A3B}" srcOrd="0" destOrd="0" parTransId="{69015C79-20BA-404E-A977-8186E3862955}" sibTransId="{0B43AD46-D4C3-43D1-AD6F-53F14372C777}"/>
    <dgm:cxn modelId="{68D94271-16B3-4453-B689-8BF33EDCE05E}" type="presOf" srcId="{CE0A1596-6F80-4BEC-B238-4C04223209BE}" destId="{AD2F76EE-F2D9-4920-AE1A-C786201B67DB}" srcOrd="0" destOrd="0" presId="urn:microsoft.com/office/officeart/2008/layout/RadialCluster"/>
    <dgm:cxn modelId="{570A2D86-1E85-43E5-99D7-E82E4A09A06B}" srcId="{EA268F54-2D6A-4D62-B8C9-CE60F718093B}" destId="{CE0A1596-6F80-4BEC-B238-4C04223209BE}" srcOrd="1" destOrd="0" parTransId="{9776F051-DEF0-4599-8009-3968B592C531}" sibTransId="{B432C397-BA93-4FA9-9DE6-A453C2E2D3B9}"/>
    <dgm:cxn modelId="{5F953C8A-6EC3-48B7-AF43-5C4DC287959D}" type="presOf" srcId="{C62D099B-1630-434D-85FA-695091204D94}" destId="{20E7DD7E-BD6F-4FC4-A802-BAA72B61F9B1}" srcOrd="0" destOrd="0" presId="urn:microsoft.com/office/officeart/2008/layout/RadialCluster"/>
    <dgm:cxn modelId="{1356119A-12A5-40AA-A986-B047164F89EF}" type="presOf" srcId="{69015C79-20BA-404E-A977-8186E3862955}" destId="{A03DDE1E-8D78-485C-9D2B-CDBE8DD16BD2}" srcOrd="0" destOrd="0" presId="urn:microsoft.com/office/officeart/2008/layout/RadialCluster"/>
    <dgm:cxn modelId="{39D17BE6-ECDC-44AC-AD9D-ADDE93786445}" type="presOf" srcId="{B49E4C34-EB75-45BD-BAEA-E99B3FD60A3B}" destId="{7E4A6CDE-59B6-4CAF-8962-A499847C332D}" srcOrd="0" destOrd="0" presId="urn:microsoft.com/office/officeart/2008/layout/RadialCluster"/>
    <dgm:cxn modelId="{D6DB0A1A-A229-41F5-A168-7A14D21882BE}" type="presParOf" srcId="{31B85C32-B5AD-4BCA-9032-F95F9B21ABBB}" destId="{958CB32C-8DE3-484E-8CCD-E5FF0B9D9125}" srcOrd="0" destOrd="0" presId="urn:microsoft.com/office/officeart/2008/layout/RadialCluster"/>
    <dgm:cxn modelId="{B661917F-FF41-4561-9FD8-AA0C093B2EC0}" type="presParOf" srcId="{958CB32C-8DE3-484E-8CCD-E5FF0B9D9125}" destId="{834EE550-9C89-4FC1-A7A4-E09B139F71A2}" srcOrd="0" destOrd="0" presId="urn:microsoft.com/office/officeart/2008/layout/RadialCluster"/>
    <dgm:cxn modelId="{C78438BD-9209-49BF-AA87-8857CFBBD695}" type="presParOf" srcId="{958CB32C-8DE3-484E-8CCD-E5FF0B9D9125}" destId="{A03DDE1E-8D78-485C-9D2B-CDBE8DD16BD2}" srcOrd="1" destOrd="0" presId="urn:microsoft.com/office/officeart/2008/layout/RadialCluster"/>
    <dgm:cxn modelId="{02B38DB9-BB83-4C3C-AAFC-D86A227C25FB}" type="presParOf" srcId="{958CB32C-8DE3-484E-8CCD-E5FF0B9D9125}" destId="{7E4A6CDE-59B6-4CAF-8962-A499847C332D}" srcOrd="2" destOrd="0" presId="urn:microsoft.com/office/officeart/2008/layout/RadialCluster"/>
    <dgm:cxn modelId="{666FC99F-7B59-4235-B721-E522EAA7250A}" type="presParOf" srcId="{958CB32C-8DE3-484E-8CCD-E5FF0B9D9125}" destId="{D1A171E7-10E8-48F0-90B0-0B8052FF3156}" srcOrd="3" destOrd="0" presId="urn:microsoft.com/office/officeart/2008/layout/RadialCluster"/>
    <dgm:cxn modelId="{F8DA1279-E737-4BB1-86F8-E88B5BB9B7A6}" type="presParOf" srcId="{958CB32C-8DE3-484E-8CCD-E5FF0B9D9125}" destId="{AD2F76EE-F2D9-4920-AE1A-C786201B67DB}" srcOrd="4" destOrd="0" presId="urn:microsoft.com/office/officeart/2008/layout/RadialCluster"/>
    <dgm:cxn modelId="{75BA5201-983D-409E-8AC3-8355FBF7B2DB}" type="presParOf" srcId="{958CB32C-8DE3-484E-8CCD-E5FF0B9D9125}" destId="{20E7DD7E-BD6F-4FC4-A802-BAA72B61F9B1}" srcOrd="5" destOrd="0" presId="urn:microsoft.com/office/officeart/2008/layout/RadialCluster"/>
    <dgm:cxn modelId="{FEE4AB9C-F757-414B-B0E7-C8E8A7E5C42D}" type="presParOf" srcId="{958CB32C-8DE3-484E-8CCD-E5FF0B9D9125}" destId="{D1A62707-B430-4065-99FA-7735B859102D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67BFE5-CCF4-426A-9E12-D7B6CC04300A}">
      <dsp:nvSpPr>
        <dsp:cNvPr id="0" name=""/>
        <dsp:cNvSpPr/>
      </dsp:nvSpPr>
      <dsp:spPr>
        <a:xfrm>
          <a:off x="2250" y="1500"/>
          <a:ext cx="6091499" cy="1948656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4200" b="1" kern="1200" dirty="0">
              <a:solidFill>
                <a:schemeClr val="bg1"/>
              </a:solidFill>
              <a:cs typeface="B Mitra" panose="00000400000000000000" pitchFamily="2" charset="-78"/>
            </a:rPr>
            <a:t>طبقه بندی عوامل مؤثر بر بیماری های روانی</a:t>
          </a:r>
          <a:endParaRPr lang="en-US" sz="4200" b="1" kern="1200" dirty="0">
            <a:solidFill>
              <a:schemeClr val="bg1"/>
            </a:solidFill>
            <a:cs typeface="B Mitra" panose="00000400000000000000" pitchFamily="2" charset="-78"/>
          </a:endParaRPr>
        </a:p>
      </dsp:txBody>
      <dsp:txXfrm>
        <a:off x="59324" y="58574"/>
        <a:ext cx="5977351" cy="1834508"/>
      </dsp:txXfrm>
    </dsp:sp>
    <dsp:sp modelId="{4E6DEBB0-62FA-4121-B477-790F79F313F2}">
      <dsp:nvSpPr>
        <dsp:cNvPr id="0" name=""/>
        <dsp:cNvSpPr/>
      </dsp:nvSpPr>
      <dsp:spPr>
        <a:xfrm>
          <a:off x="3170765" y="2113843"/>
          <a:ext cx="2922984" cy="1948656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4200" b="1" kern="1200" dirty="0">
              <a:cs typeface="B Mitra" panose="00000400000000000000" pitchFamily="2" charset="-78"/>
            </a:rPr>
            <a:t>نحوه تأثیر عوامل</a:t>
          </a:r>
          <a:endParaRPr lang="en-US" sz="4200" b="1" kern="1200" dirty="0">
            <a:cs typeface="B Mitra" panose="00000400000000000000" pitchFamily="2" charset="-78"/>
          </a:endParaRPr>
        </a:p>
      </dsp:txBody>
      <dsp:txXfrm>
        <a:off x="3227839" y="2170917"/>
        <a:ext cx="2808836" cy="1834508"/>
      </dsp:txXfrm>
    </dsp:sp>
    <dsp:sp modelId="{57F32DFE-CEA8-4BF8-9713-CD9FF6A74EE4}">
      <dsp:nvSpPr>
        <dsp:cNvPr id="0" name=""/>
        <dsp:cNvSpPr/>
      </dsp:nvSpPr>
      <dsp:spPr>
        <a:xfrm>
          <a:off x="2250" y="2113843"/>
          <a:ext cx="2922984" cy="1948656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4200" b="1" kern="1200" dirty="0">
              <a:cs typeface="B Mitra" panose="00000400000000000000" pitchFamily="2" charset="-78"/>
            </a:rPr>
            <a:t>نوع عامل</a:t>
          </a:r>
          <a:endParaRPr lang="en-US" sz="4200" b="1" kern="1200" dirty="0">
            <a:cs typeface="B Mitra" panose="00000400000000000000" pitchFamily="2" charset="-78"/>
          </a:endParaRPr>
        </a:p>
      </dsp:txBody>
      <dsp:txXfrm>
        <a:off x="59324" y="2170917"/>
        <a:ext cx="2808836" cy="18345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67BFE5-CCF4-426A-9E12-D7B6CC04300A}">
      <dsp:nvSpPr>
        <dsp:cNvPr id="0" name=""/>
        <dsp:cNvSpPr/>
      </dsp:nvSpPr>
      <dsp:spPr>
        <a:xfrm>
          <a:off x="2250" y="1500"/>
          <a:ext cx="6091499" cy="1948656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4200" b="1" kern="1200" dirty="0">
              <a:solidFill>
                <a:schemeClr val="bg1"/>
              </a:solidFill>
              <a:cs typeface="B Mitra" panose="00000400000000000000" pitchFamily="2" charset="-78"/>
            </a:rPr>
            <a:t>طبقه بندی عوامل مؤثر بر بیماری های روانی</a:t>
          </a:r>
          <a:endParaRPr lang="en-US" sz="4200" b="1" kern="1200" dirty="0">
            <a:solidFill>
              <a:schemeClr val="bg1"/>
            </a:solidFill>
            <a:cs typeface="B Mitra" panose="00000400000000000000" pitchFamily="2" charset="-78"/>
          </a:endParaRPr>
        </a:p>
      </dsp:txBody>
      <dsp:txXfrm>
        <a:off x="59324" y="58574"/>
        <a:ext cx="5977351" cy="1834508"/>
      </dsp:txXfrm>
    </dsp:sp>
    <dsp:sp modelId="{4E6DEBB0-62FA-4121-B477-790F79F313F2}">
      <dsp:nvSpPr>
        <dsp:cNvPr id="0" name=""/>
        <dsp:cNvSpPr/>
      </dsp:nvSpPr>
      <dsp:spPr>
        <a:xfrm>
          <a:off x="3170765" y="2113843"/>
          <a:ext cx="2922984" cy="1948656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4200" b="1" kern="1200" dirty="0">
              <a:cs typeface="B Mitra" panose="00000400000000000000" pitchFamily="2" charset="-78"/>
            </a:rPr>
            <a:t>نحوه تأثیر عوامل</a:t>
          </a:r>
          <a:endParaRPr lang="en-US" sz="4200" b="1" kern="1200" dirty="0">
            <a:cs typeface="B Mitra" panose="00000400000000000000" pitchFamily="2" charset="-78"/>
          </a:endParaRPr>
        </a:p>
      </dsp:txBody>
      <dsp:txXfrm>
        <a:off x="3227839" y="2170917"/>
        <a:ext cx="2808836" cy="1834508"/>
      </dsp:txXfrm>
    </dsp:sp>
    <dsp:sp modelId="{57F32DFE-CEA8-4BF8-9713-CD9FF6A74EE4}">
      <dsp:nvSpPr>
        <dsp:cNvPr id="0" name=""/>
        <dsp:cNvSpPr/>
      </dsp:nvSpPr>
      <dsp:spPr>
        <a:xfrm>
          <a:off x="2250" y="2113843"/>
          <a:ext cx="2922984" cy="1948656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4200" b="1" kern="1200" dirty="0">
              <a:cs typeface="B Mitra" panose="00000400000000000000" pitchFamily="2" charset="-78"/>
            </a:rPr>
            <a:t>نوع عامل</a:t>
          </a:r>
          <a:endParaRPr lang="en-US" sz="4200" b="1" kern="1200" dirty="0">
            <a:cs typeface="B Mitra" panose="00000400000000000000" pitchFamily="2" charset="-78"/>
          </a:endParaRPr>
        </a:p>
      </dsp:txBody>
      <dsp:txXfrm>
        <a:off x="59324" y="2170917"/>
        <a:ext cx="2808836" cy="18345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4EE550-9C89-4FC1-A7A4-E09B139F71A2}">
      <dsp:nvSpPr>
        <dsp:cNvPr id="0" name=""/>
        <dsp:cNvSpPr/>
      </dsp:nvSpPr>
      <dsp:spPr>
        <a:xfrm>
          <a:off x="4058919" y="2930604"/>
          <a:ext cx="1889760" cy="1889760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40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نوع عوامل</a:t>
          </a:r>
          <a:endParaRPr lang="en-US" sz="4000" kern="1200" dirty="0">
            <a:solidFill>
              <a:schemeClr val="bg1"/>
            </a:solidFill>
          </a:endParaRPr>
        </a:p>
      </dsp:txBody>
      <dsp:txXfrm>
        <a:off x="4151169" y="3022854"/>
        <a:ext cx="1705260" cy="1705260"/>
      </dsp:txXfrm>
    </dsp:sp>
    <dsp:sp modelId="{A03DDE1E-8D78-485C-9D2B-CDBE8DD16BD2}">
      <dsp:nvSpPr>
        <dsp:cNvPr id="0" name=""/>
        <dsp:cNvSpPr/>
      </dsp:nvSpPr>
      <dsp:spPr>
        <a:xfrm rot="16200000">
          <a:off x="4341006" y="2267810"/>
          <a:ext cx="132558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25587" y="0"/>
              </a:lnTo>
            </a:path>
          </a:pathLst>
        </a:custGeom>
        <a:noFill/>
        <a:ln w="381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4A6CDE-59B6-4CAF-8962-A499847C332D}">
      <dsp:nvSpPr>
        <dsp:cNvPr id="0" name=""/>
        <dsp:cNvSpPr/>
      </dsp:nvSpPr>
      <dsp:spPr>
        <a:xfrm>
          <a:off x="4370730" y="338877"/>
          <a:ext cx="1266139" cy="1266139"/>
        </a:xfrm>
        <a:prstGeom prst="roundRect">
          <a:avLst/>
        </a:prstGeom>
        <a:solidFill>
          <a:srgbClr val="297C2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a-IR" sz="28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</a:t>
          </a:r>
          <a:r>
            <a:rPr lang="fa-IR" sz="2800" kern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rPr>
            <a:t> </a:t>
          </a:r>
          <a:r>
            <a:rPr lang="fa-IR" sz="28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زیستی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4432538" y="400685"/>
        <a:ext cx="1142523" cy="1142523"/>
      </dsp:txXfrm>
    </dsp:sp>
    <dsp:sp modelId="{D1A171E7-10E8-48F0-90B0-0B8052FF3156}">
      <dsp:nvSpPr>
        <dsp:cNvPr id="0" name=""/>
        <dsp:cNvSpPr/>
      </dsp:nvSpPr>
      <dsp:spPr>
        <a:xfrm rot="1800000">
          <a:off x="5876234" y="4691380"/>
          <a:ext cx="108147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81478" y="0"/>
              </a:lnTo>
            </a:path>
          </a:pathLst>
        </a:custGeom>
        <a:noFill/>
        <a:ln w="381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2F76EE-F2D9-4920-AE1A-C786201B67DB}">
      <dsp:nvSpPr>
        <dsp:cNvPr id="0" name=""/>
        <dsp:cNvSpPr/>
      </dsp:nvSpPr>
      <dsp:spPr>
        <a:xfrm>
          <a:off x="6885267" y="4694183"/>
          <a:ext cx="1266139" cy="1266139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a-IR" sz="28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 اجتماعی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6947075" y="4755991"/>
        <a:ext cx="1142523" cy="1142523"/>
      </dsp:txXfrm>
    </dsp:sp>
    <dsp:sp modelId="{20E7DD7E-BD6F-4FC4-A802-BAA72B61F9B1}">
      <dsp:nvSpPr>
        <dsp:cNvPr id="0" name=""/>
        <dsp:cNvSpPr/>
      </dsp:nvSpPr>
      <dsp:spPr>
        <a:xfrm rot="9000000">
          <a:off x="3049887" y="4691380"/>
          <a:ext cx="108147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81478" y="0"/>
              </a:lnTo>
            </a:path>
          </a:pathLst>
        </a:custGeom>
        <a:noFill/>
        <a:ln w="381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A62707-B430-4065-99FA-7735B859102D}">
      <dsp:nvSpPr>
        <dsp:cNvPr id="0" name=""/>
        <dsp:cNvSpPr/>
      </dsp:nvSpPr>
      <dsp:spPr>
        <a:xfrm>
          <a:off x="1856193" y="4694183"/>
          <a:ext cx="1266139" cy="1266139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a-IR" sz="28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</a:t>
          </a:r>
          <a:r>
            <a:rPr lang="fa-IR" sz="2800" kern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rPr>
            <a:t> </a:t>
          </a:r>
          <a:r>
            <a:rPr lang="fa-IR" sz="28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روانی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1918001" y="4755991"/>
        <a:ext cx="1142523" cy="11425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4EE550-9C89-4FC1-A7A4-E09B139F71A2}">
      <dsp:nvSpPr>
        <dsp:cNvPr id="0" name=""/>
        <dsp:cNvSpPr/>
      </dsp:nvSpPr>
      <dsp:spPr>
        <a:xfrm>
          <a:off x="4058919" y="2930604"/>
          <a:ext cx="1889760" cy="1889760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40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نوع عوامل</a:t>
          </a:r>
          <a:endParaRPr lang="en-US" sz="4000" kern="1200" dirty="0">
            <a:solidFill>
              <a:schemeClr val="bg1"/>
            </a:solidFill>
          </a:endParaRPr>
        </a:p>
      </dsp:txBody>
      <dsp:txXfrm>
        <a:off x="4151169" y="3022854"/>
        <a:ext cx="1705260" cy="1705260"/>
      </dsp:txXfrm>
    </dsp:sp>
    <dsp:sp modelId="{A03DDE1E-8D78-485C-9D2B-CDBE8DD16BD2}">
      <dsp:nvSpPr>
        <dsp:cNvPr id="0" name=""/>
        <dsp:cNvSpPr/>
      </dsp:nvSpPr>
      <dsp:spPr>
        <a:xfrm rot="16200000">
          <a:off x="4341006" y="2267810"/>
          <a:ext cx="132558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25587" y="0"/>
              </a:lnTo>
            </a:path>
          </a:pathLst>
        </a:custGeom>
        <a:noFill/>
        <a:ln w="381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4A6CDE-59B6-4CAF-8962-A499847C332D}">
      <dsp:nvSpPr>
        <dsp:cNvPr id="0" name=""/>
        <dsp:cNvSpPr/>
      </dsp:nvSpPr>
      <dsp:spPr>
        <a:xfrm>
          <a:off x="4370730" y="338877"/>
          <a:ext cx="1266139" cy="1266139"/>
        </a:xfrm>
        <a:prstGeom prst="roundRect">
          <a:avLst/>
        </a:prstGeom>
        <a:solidFill>
          <a:srgbClr val="297C2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a-IR" sz="28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</a:t>
          </a:r>
          <a:r>
            <a:rPr lang="fa-IR" sz="2800" kern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rPr>
            <a:t> </a:t>
          </a:r>
          <a:r>
            <a:rPr lang="fa-IR" sz="28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زیستی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4432538" y="400685"/>
        <a:ext cx="1142523" cy="1142523"/>
      </dsp:txXfrm>
    </dsp:sp>
    <dsp:sp modelId="{D1A171E7-10E8-48F0-90B0-0B8052FF3156}">
      <dsp:nvSpPr>
        <dsp:cNvPr id="0" name=""/>
        <dsp:cNvSpPr/>
      </dsp:nvSpPr>
      <dsp:spPr>
        <a:xfrm rot="1800000">
          <a:off x="5876234" y="4691380"/>
          <a:ext cx="108147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81478" y="0"/>
              </a:lnTo>
            </a:path>
          </a:pathLst>
        </a:custGeom>
        <a:noFill/>
        <a:ln w="381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2F76EE-F2D9-4920-AE1A-C786201B67DB}">
      <dsp:nvSpPr>
        <dsp:cNvPr id="0" name=""/>
        <dsp:cNvSpPr/>
      </dsp:nvSpPr>
      <dsp:spPr>
        <a:xfrm>
          <a:off x="6885267" y="4694183"/>
          <a:ext cx="1266139" cy="1266139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a-IR" sz="28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 اجتماعی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6947075" y="4755991"/>
        <a:ext cx="1142523" cy="1142523"/>
      </dsp:txXfrm>
    </dsp:sp>
    <dsp:sp modelId="{20E7DD7E-BD6F-4FC4-A802-BAA72B61F9B1}">
      <dsp:nvSpPr>
        <dsp:cNvPr id="0" name=""/>
        <dsp:cNvSpPr/>
      </dsp:nvSpPr>
      <dsp:spPr>
        <a:xfrm rot="9000000">
          <a:off x="3049887" y="4691380"/>
          <a:ext cx="108147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81478" y="0"/>
              </a:lnTo>
            </a:path>
          </a:pathLst>
        </a:custGeom>
        <a:noFill/>
        <a:ln w="381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A62707-B430-4065-99FA-7735B859102D}">
      <dsp:nvSpPr>
        <dsp:cNvPr id="0" name=""/>
        <dsp:cNvSpPr/>
      </dsp:nvSpPr>
      <dsp:spPr>
        <a:xfrm>
          <a:off x="1856193" y="4694183"/>
          <a:ext cx="1266139" cy="1266139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a-IR" sz="28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</a:t>
          </a:r>
          <a:r>
            <a:rPr lang="fa-IR" sz="2800" kern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rPr>
            <a:t> </a:t>
          </a:r>
          <a:r>
            <a:rPr lang="fa-IR" sz="28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روانی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1918001" y="4755991"/>
        <a:ext cx="1142523" cy="11425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4EE550-9C89-4FC1-A7A4-E09B139F71A2}">
      <dsp:nvSpPr>
        <dsp:cNvPr id="0" name=""/>
        <dsp:cNvSpPr/>
      </dsp:nvSpPr>
      <dsp:spPr>
        <a:xfrm>
          <a:off x="4058919" y="2930604"/>
          <a:ext cx="1889760" cy="1889760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40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نوع عوامل</a:t>
          </a:r>
          <a:endParaRPr lang="en-US" sz="4000" kern="1200" dirty="0">
            <a:solidFill>
              <a:schemeClr val="bg1"/>
            </a:solidFill>
          </a:endParaRPr>
        </a:p>
      </dsp:txBody>
      <dsp:txXfrm>
        <a:off x="4151169" y="3022854"/>
        <a:ext cx="1705260" cy="1705260"/>
      </dsp:txXfrm>
    </dsp:sp>
    <dsp:sp modelId="{A03DDE1E-8D78-485C-9D2B-CDBE8DD16BD2}">
      <dsp:nvSpPr>
        <dsp:cNvPr id="0" name=""/>
        <dsp:cNvSpPr/>
      </dsp:nvSpPr>
      <dsp:spPr>
        <a:xfrm rot="16200000">
          <a:off x="4341006" y="2267810"/>
          <a:ext cx="132558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25587" y="0"/>
              </a:lnTo>
            </a:path>
          </a:pathLst>
        </a:custGeom>
        <a:noFill/>
        <a:ln w="381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4A6CDE-59B6-4CAF-8962-A499847C332D}">
      <dsp:nvSpPr>
        <dsp:cNvPr id="0" name=""/>
        <dsp:cNvSpPr/>
      </dsp:nvSpPr>
      <dsp:spPr>
        <a:xfrm>
          <a:off x="4370730" y="338877"/>
          <a:ext cx="1266139" cy="1266139"/>
        </a:xfrm>
        <a:prstGeom prst="roundRect">
          <a:avLst/>
        </a:prstGeom>
        <a:solidFill>
          <a:srgbClr val="297C2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a-IR" sz="28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</a:t>
          </a:r>
          <a:r>
            <a:rPr lang="fa-IR" sz="2800" kern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rPr>
            <a:t> </a:t>
          </a:r>
          <a:r>
            <a:rPr lang="fa-IR" sz="28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زیستی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4432538" y="400685"/>
        <a:ext cx="1142523" cy="1142523"/>
      </dsp:txXfrm>
    </dsp:sp>
    <dsp:sp modelId="{D1A171E7-10E8-48F0-90B0-0B8052FF3156}">
      <dsp:nvSpPr>
        <dsp:cNvPr id="0" name=""/>
        <dsp:cNvSpPr/>
      </dsp:nvSpPr>
      <dsp:spPr>
        <a:xfrm rot="1800000">
          <a:off x="5876234" y="4691380"/>
          <a:ext cx="108147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81478" y="0"/>
              </a:lnTo>
            </a:path>
          </a:pathLst>
        </a:custGeom>
        <a:noFill/>
        <a:ln w="381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2F76EE-F2D9-4920-AE1A-C786201B67DB}">
      <dsp:nvSpPr>
        <dsp:cNvPr id="0" name=""/>
        <dsp:cNvSpPr/>
      </dsp:nvSpPr>
      <dsp:spPr>
        <a:xfrm>
          <a:off x="6885267" y="4694183"/>
          <a:ext cx="1266139" cy="1266139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a-IR" sz="28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 اجتماعی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6947075" y="4755991"/>
        <a:ext cx="1142523" cy="1142523"/>
      </dsp:txXfrm>
    </dsp:sp>
    <dsp:sp modelId="{20E7DD7E-BD6F-4FC4-A802-BAA72B61F9B1}">
      <dsp:nvSpPr>
        <dsp:cNvPr id="0" name=""/>
        <dsp:cNvSpPr/>
      </dsp:nvSpPr>
      <dsp:spPr>
        <a:xfrm rot="9000000">
          <a:off x="3049887" y="4691380"/>
          <a:ext cx="108147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81478" y="0"/>
              </a:lnTo>
            </a:path>
          </a:pathLst>
        </a:custGeom>
        <a:noFill/>
        <a:ln w="381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A62707-B430-4065-99FA-7735B859102D}">
      <dsp:nvSpPr>
        <dsp:cNvPr id="0" name=""/>
        <dsp:cNvSpPr/>
      </dsp:nvSpPr>
      <dsp:spPr>
        <a:xfrm>
          <a:off x="1856193" y="4694183"/>
          <a:ext cx="1266139" cy="1266139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a-IR" sz="28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الگوی</a:t>
          </a:r>
          <a:r>
            <a:rPr lang="fa-IR" sz="2800" kern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rPr>
            <a:t> </a:t>
          </a:r>
          <a:r>
            <a:rPr lang="fa-IR" sz="2800" kern="1200" dirty="0">
              <a:solidFill>
                <a:schemeClr val="bg1"/>
              </a:solidFill>
              <a:latin typeface="Calibri" panose="020F0502020204030204" pitchFamily="34" charset="0"/>
              <a:cs typeface="B Mitra" panose="00000400000000000000" pitchFamily="2" charset="-78"/>
            </a:rPr>
            <a:t>روانی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1918001" y="4755991"/>
        <a:ext cx="1142523" cy="11425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9F622F8-1824-4338-8C3C-5529D3BDEF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18DDD53-BB38-4118-BC75-9CE27D49C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C03B6F7-B1AE-4118-ABA2-FFEC9B8F0E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646F5356-BDE8-43C1-9587-85323D02B1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89912C35-11A9-4DA7-8476-F1823F65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7180ED79-CEC3-4FB9-B511-8597B20A0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EB7EE2-04A2-4FB2-9625-C9C73AC4D32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A4671F7-4D2C-4B1E-AED7-24676BE8B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7842D7-C728-4EBD-982B-B8BE79E4DBBE}" type="slidenum">
              <a:rPr lang="en-US" altLang="en-US"/>
              <a:pPr eaLnBrk="1" hangingPunct="1"/>
              <a:t>1</a:t>
            </a:fld>
            <a:endParaRPr lang="en-US" altLang="en-US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8E83BD0-7AE4-4323-9047-FC368929C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DECF5EC-C5EC-4723-8F4F-A75A20018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814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DB60B1-BEF5-4848-BB02-98EBFE355C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"/>
            <a:ext cx="9143999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E7964CB-E75A-4A03-88D3-6A48EF650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1509" y="2766220"/>
            <a:ext cx="4665076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44067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0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715961"/>
            <a:ext cx="485775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750"/>
              </a:spcBef>
              <a:defRPr sz="3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500" y="1905000"/>
            <a:ext cx="4755697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bg1"/>
                </a:solidFill>
              </a:defRPr>
            </a:lvl1pPr>
            <a:lvl2pPr marL="171450">
              <a:lnSpc>
                <a:spcPct val="100000"/>
              </a:lnSpc>
              <a:spcBef>
                <a:spcPts val="750"/>
              </a:spcBef>
              <a:defRPr sz="135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8FD53BA4-73D2-4CCA-8580-11F4221524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70374" y="0"/>
            <a:ext cx="35736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595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White Striped background">
            <a:extLst>
              <a:ext uri="{FF2B5EF4-FFF2-40B4-BE49-F238E27FC236}">
                <a16:creationId xmlns:a16="http://schemas.microsoft.com/office/drawing/2014/main" id="{3917D528-010E-4303-97BF-F7F67BC66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976" y="2149356"/>
            <a:ext cx="6856048" cy="461665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000" b="1" i="0" kern="1200" cap="none" spc="-38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7231" y="3260706"/>
            <a:ext cx="5849540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24088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595" userDrawn="1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715964"/>
            <a:ext cx="794385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750"/>
              </a:spcBef>
              <a:defRPr sz="3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80F473D-F2DF-4163-AB6E-F7327F60EC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501" y="1432563"/>
            <a:ext cx="8000999" cy="11582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350" b="0">
                <a:solidFill>
                  <a:schemeClr val="bg1"/>
                </a:solidFill>
              </a:defRPr>
            </a:lvl1pPr>
            <a:lvl2pPr marL="171450">
              <a:lnSpc>
                <a:spcPct val="100000"/>
              </a:lnSpc>
              <a:spcBef>
                <a:spcPts val="750"/>
              </a:spcBef>
              <a:defRPr sz="135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7DC18506-6205-438F-AA5C-D337F9975FC3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568036" y="2591662"/>
            <a:ext cx="8000999" cy="2833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7" name="Picture Placeholder 5" descr="Red, blue grey white pattern background">
            <a:extLst>
              <a:ext uri="{FF2B5EF4-FFF2-40B4-BE49-F238E27FC236}">
                <a16:creationId xmlns:a16="http://schemas.microsoft.com/office/drawing/2014/main" id="{CD2D4C14-919B-45F8-8FB9-55AAC8A8FC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0252"/>
            <a:ext cx="9144000" cy="86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1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9807" y="715962"/>
            <a:ext cx="485775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750"/>
              </a:spcBef>
              <a:defRPr sz="3000" b="1" spc="-38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9807" y="1905000"/>
            <a:ext cx="485775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bg1"/>
                </a:solidFill>
              </a:defRPr>
            </a:lvl1pPr>
            <a:lvl2pPr marL="171450" indent="-171450">
              <a:lnSpc>
                <a:spcPct val="100000"/>
              </a:lnSpc>
              <a:spcBef>
                <a:spcPts val="750"/>
              </a:spcBef>
              <a:defRPr sz="135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6" descr="Red, blue grey white pattern background">
            <a:extLst>
              <a:ext uri="{FF2B5EF4-FFF2-40B4-BE49-F238E27FC236}">
                <a16:creationId xmlns:a16="http://schemas.microsoft.com/office/drawing/2014/main" id="{3A82D859-AED3-485F-A04E-40320B1043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35759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7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106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715964"/>
            <a:ext cx="794385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750"/>
              </a:spcBef>
              <a:defRPr sz="3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DF03C311-DDF4-44A3-9D51-D5FDC4A8E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501" y="1432563"/>
            <a:ext cx="8000999" cy="927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350" b="0">
                <a:solidFill>
                  <a:schemeClr val="bg1"/>
                </a:solidFill>
              </a:defRPr>
            </a:lvl1pPr>
            <a:lvl2pPr marL="171450">
              <a:lnSpc>
                <a:spcPct val="100000"/>
              </a:lnSpc>
              <a:spcBef>
                <a:spcPts val="750"/>
              </a:spcBef>
              <a:defRPr sz="135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9FD563C5-3DFB-47DD-8A9E-30D8084590F6}"/>
              </a:ext>
            </a:extLst>
          </p:cNvPr>
          <p:cNvSpPr>
            <a:spLocks noGrp="1"/>
          </p:cNvSpPr>
          <p:nvPr>
            <p:ph type="dgm" sz="quarter" idx="14" hasCustomPrompt="1"/>
          </p:nvPr>
        </p:nvSpPr>
        <p:spPr>
          <a:xfrm>
            <a:off x="571501" y="2369129"/>
            <a:ext cx="8000999" cy="33436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9" name="Picture Placeholder 8" descr="Red, blue grey white pattern background">
            <a:extLst>
              <a:ext uri="{FF2B5EF4-FFF2-40B4-BE49-F238E27FC236}">
                <a16:creationId xmlns:a16="http://schemas.microsoft.com/office/drawing/2014/main" id="{EFDBB6A3-9760-4B41-9E31-6D5DD396E1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3"/>
            <a:ext cx="9144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26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F45076F-4240-4B40-8CE4-637DD751A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715963"/>
            <a:ext cx="40005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750"/>
              </a:spcBef>
              <a:defRPr sz="3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500" y="1905000"/>
            <a:ext cx="40005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350" b="1"/>
            </a:lvl1pPr>
            <a:lvl2pPr marL="171450">
              <a:lnSpc>
                <a:spcPct val="100000"/>
              </a:lnSpc>
              <a:spcBef>
                <a:spcPts val="750"/>
              </a:spcBef>
              <a:defRPr sz="1350"/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43500" y="715963"/>
            <a:ext cx="3429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89E410BA-B0FE-4F0E-8BE5-D33CC0166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43500" y="3305541"/>
            <a:ext cx="3429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1" name="Picture Placeholder 5" descr="Red, blue grey white pattern background">
            <a:extLst>
              <a:ext uri="{FF2B5EF4-FFF2-40B4-BE49-F238E27FC236}">
                <a16:creationId xmlns:a16="http://schemas.microsoft.com/office/drawing/2014/main" id="{1014381E-E235-4624-9267-69EEEE9826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80922"/>
            <a:ext cx="9144000" cy="87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80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 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715961"/>
            <a:ext cx="485775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750"/>
              </a:spcBef>
              <a:defRPr sz="3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500" y="1905000"/>
            <a:ext cx="485775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bg1"/>
                </a:solidFill>
              </a:defRPr>
            </a:lvl1pPr>
            <a:lvl2pPr marL="171450">
              <a:lnSpc>
                <a:spcPct val="100000"/>
              </a:lnSpc>
              <a:spcBef>
                <a:spcPts val="750"/>
              </a:spcBef>
              <a:defRPr sz="135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6696C96D-182E-490E-A117-B60FF18536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70374" y="0"/>
            <a:ext cx="35736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2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595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Picture placeholder ">
            <a:extLst>
              <a:ext uri="{FF2B5EF4-FFF2-40B4-BE49-F238E27FC236}">
                <a16:creationId xmlns:a16="http://schemas.microsoft.com/office/drawing/2014/main" id="{21F9B252-B7D4-4DA8-92E8-8A98BFEF41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976" y="2149356"/>
            <a:ext cx="6856048" cy="461665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000" b="1" i="0" kern="1200" cap="none" spc="-38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7231" y="3260706"/>
            <a:ext cx="5849540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410071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595" userDrawn="1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724906-4405-47F4-B533-7291B003B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976" y="2149356"/>
            <a:ext cx="6856048" cy="461665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69955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000" b="1" i="0" kern="1200" cap="none" spc="-38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EEF53A4-35A6-4E43-B220-67DA381C5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7231" y="3260706"/>
            <a:ext cx="5849540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35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906BF34F-6945-4E11-BAEC-F66F7254C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3"/>
            <a:ext cx="9144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2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9807" y="715962"/>
            <a:ext cx="485775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750"/>
              </a:spcBef>
              <a:defRPr sz="3000" b="1" spc="-38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9807" y="1905000"/>
            <a:ext cx="485775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350" b="1">
                <a:solidFill>
                  <a:schemeClr val="bg1"/>
                </a:solidFill>
              </a:defRPr>
            </a:lvl1pPr>
            <a:lvl2pPr marL="171450" indent="-171450">
              <a:lnSpc>
                <a:spcPct val="100000"/>
              </a:lnSpc>
              <a:spcBef>
                <a:spcPts val="750"/>
              </a:spcBef>
              <a:defRPr sz="135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BC85C715-EF0D-4E33-AC89-C35DD2596E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35759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7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106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A2F53-BE77-E136-FF57-955951CDA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E7878C-C448-7664-3B59-A8BC0B1EE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F47CD-9208-DB64-E8DD-43972485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F93B-3989-4200-9EEC-A3E3B15F9DB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487B5-9941-A083-3AE8-E395F476B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967B6-F67C-0024-A3D6-32977C31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7CA1-2917-489B-B5AC-A965711B8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017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83951-91C9-D981-E87A-C3DB8A9B4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1CAF1-8E95-5676-EBBF-7EF7D92A5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54903-5263-34AC-6501-A81C29D15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F93B-3989-4200-9EEC-A3E3B15F9DB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2CBF1-4268-B826-8391-23C10EE22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2FB7E-1E6C-A762-DC0E-A8CEC93DC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7CA1-2917-489B-B5AC-A965711B8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708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ED03B-DFB3-6D97-A15E-F5C8D3929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8A636-B2AA-A10D-10E9-3C4759D74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D3052-F35D-F680-A9B4-AC48510C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F93B-3989-4200-9EEC-A3E3B15F9DB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276CA-6034-F593-5F00-DA70BEC7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F0A61-E6A6-70F2-AE32-84B55694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7CA1-2917-489B-B5AC-A965711B8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704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8EC19-17C8-D77E-12E7-CFEC44725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8ED5A-795E-BBE1-11E3-961E58D4D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E9348-71C9-156A-7199-6B1A2BDE0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F2E0D-A7D0-683F-3022-2013A4722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F93B-3989-4200-9EEC-A3E3B15F9DB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90EE0-4DCD-9BDA-7560-25085F637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AA560-0FA2-7653-3A9E-B2AE2683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7CA1-2917-489B-B5AC-A965711B8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47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624C6-E6E7-36D9-3F5F-CC5C077F3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56494-7AC8-B15D-24E3-CF60BD9C8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FDCC6-1E40-36B4-0372-C5EA7036F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5F0EE3-2BD0-B5C1-56A3-1CF13461C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DD5083-F181-8E9B-3E6E-8DFC43887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4E14B7-7798-1AF6-9FD7-048A7B1FB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F93B-3989-4200-9EEC-A3E3B15F9DB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37603B-0456-9733-9E0D-BDC827EB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C4B484-42C8-DEF4-076A-E5968DC1E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7CA1-2917-489B-B5AC-A965711B8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734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B89BB-AE60-7F0E-E8D3-C97724F9E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4F4BE-3A55-5633-D31D-A84267E61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F93B-3989-4200-9EEC-A3E3B15F9DB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8C8CF-72CD-B678-9CB3-C8FA5474A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7D1EBA-7D76-8953-3A00-3AB79D6C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7CA1-2917-489B-B5AC-A965711B8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464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9E6EAB-FF2F-E376-251D-CE256E528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F93B-3989-4200-9EEC-A3E3B15F9DB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B14468-469B-905F-A5C2-9C19B2F9B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DBEEF-E491-5BF3-A959-4E6C1CF53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7CA1-2917-489B-B5AC-A965711B8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982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6AC16-F033-07C5-2142-90FAFF3E5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44674-E4C4-4413-3397-8FD91914A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C7E3F-EF2C-1E46-6EA7-6706FFF8D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422DE-AF62-6D70-BDCE-1A5CA4A63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F93B-3989-4200-9EEC-A3E3B15F9DB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A6396-A05F-4D48-C9FD-567FBF7A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C7A75-F88F-9297-9953-74DB3DD5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7CA1-2917-489B-B5AC-A965711B8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607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ABB0D-D008-D5CC-E4C0-77BB23092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B17475-654D-DC2E-61ED-5877C72AC6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795F8B-E9EF-9DB4-80ED-73469EA03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4D8F1-869E-C1D4-3814-828E55EF0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F93B-3989-4200-9EEC-A3E3B15F9DB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9EF00D-2FEC-F7C6-A5E8-C3BAAEEF0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AD0CD-2509-7957-C507-91A7892E2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7CA1-2917-489B-B5AC-A965711B8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892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4914C-DFB5-10A9-498F-67AA0E25C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1780A2-CD67-1BE5-BCF4-1AF187227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32A80-1919-A961-6E66-93267B17E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F93B-3989-4200-9EEC-A3E3B15F9DB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5F062-EC48-F711-FAB8-382A9438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64268-EE15-EEAC-B32B-38933086D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7CA1-2917-489B-B5AC-A965711B8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099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9599B0-BAF7-332C-FD50-DC4A623AA3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87722-A139-63AD-BD13-7FE84E69A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2A761-18CD-5F55-103C-EB84BC706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F93B-3989-4200-9EEC-A3E3B15F9DB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460B0-E821-3CCC-B80F-425A1CFFF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F7379-6FEE-B0EC-CA31-9C093934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B7CA1-2917-489B-B5AC-A965711B8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05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90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9" r:id="rId2"/>
    <p:sldLayoutId id="2147483700" r:id="rId3"/>
    <p:sldLayoutId id="2147483691" r:id="rId4"/>
    <p:sldLayoutId id="2147483701" r:id="rId5"/>
    <p:sldLayoutId id="2147483706" r:id="rId6"/>
    <p:sldLayoutId id="2147483702" r:id="rId7"/>
    <p:sldLayoutId id="2147483704" r:id="rId8"/>
    <p:sldLayoutId id="2147483703" r:id="rId9"/>
    <p:sldLayoutId id="2147483690" r:id="rId10"/>
    <p:sldLayoutId id="214748370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F40A7-C42A-11B8-4F52-D2E37B663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D276B-6239-4F63-F079-47726861D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0C750-DF20-6E82-61C3-9075BB528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9F93B-3989-4200-9EEC-A3E3B15F9DB1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4D88F-B2A1-26B4-7EFA-A73A7E243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6A5C5-568D-6693-8E9D-6C7D4DC63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B7CA1-2917-489B-B5AC-A965711B8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26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03BDF89-2274-48D1-9F34-0A5B6C5F3E54}"/>
              </a:ext>
            </a:extLst>
          </p:cNvPr>
          <p:cNvSpPr txBox="1"/>
          <p:nvPr/>
        </p:nvSpPr>
        <p:spPr>
          <a:xfrm>
            <a:off x="2838734" y="2514635"/>
            <a:ext cx="66363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4800" b="1" dirty="0">
                <a:solidFill>
                  <a:schemeClr val="accent1"/>
                </a:solidFill>
                <a:latin typeface="Bahnschrift SemiBold Condensed" panose="020B0502040204020203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Etiology of Mental Disorders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4FC1ED-B645-4886-8260-7F0AB16EA4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8279" b="15744"/>
          <a:stretch/>
        </p:blipFill>
        <p:spPr>
          <a:xfrm>
            <a:off x="4937859" y="0"/>
            <a:ext cx="2611556" cy="13784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C74BE2-7AC6-4C75-B8F1-17AF24AD778C}"/>
              </a:ext>
            </a:extLst>
          </p:cNvPr>
          <p:cNvSpPr txBox="1"/>
          <p:nvPr/>
        </p:nvSpPr>
        <p:spPr>
          <a:xfrm>
            <a:off x="3752410" y="3429000"/>
            <a:ext cx="4982454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fa-IR" sz="4000" dirty="0">
                <a:solidFill>
                  <a:schemeClr val="bg2"/>
                </a:solidFill>
                <a:cs typeface="B Araz" panose="00000400000000000000" pitchFamily="2" charset="-78"/>
              </a:rPr>
              <a:t>علل و عوامل مؤثر بر بیماری های روانی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915FEF-CFC6-48DC-84A2-974EC7381B0F}"/>
              </a:ext>
            </a:extLst>
          </p:cNvPr>
          <p:cNvSpPr txBox="1"/>
          <p:nvPr/>
        </p:nvSpPr>
        <p:spPr>
          <a:xfrm>
            <a:off x="3674524" y="5903893"/>
            <a:ext cx="49647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solidFill>
                  <a:schemeClr val="bg1"/>
                </a:solidFill>
                <a:latin typeface="The Hand Black"/>
              </a:rPr>
              <a:t>Nima Sadeghzadeh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prstClr val="black"/>
                </a:solidFill>
                <a:latin typeface="The Hand Black"/>
              </a:rPr>
              <a:t>MSc in Psychiatric Nursing</a:t>
            </a:r>
          </a:p>
        </p:txBody>
      </p:sp>
    </p:spTree>
    <p:extLst>
      <p:ext uri="{BB962C8B-B14F-4D97-AF65-F5344CB8AC3E}">
        <p14:creationId xmlns:p14="http://schemas.microsoft.com/office/powerpoint/2010/main" val="154326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6A5025-76B0-2FAE-A824-E239CBB1D2D9}"/>
              </a:ext>
            </a:extLst>
          </p:cNvPr>
          <p:cNvSpPr txBox="1"/>
          <p:nvPr/>
        </p:nvSpPr>
        <p:spPr>
          <a:xfrm>
            <a:off x="1078303" y="441942"/>
            <a:ext cx="7677509" cy="519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fa-IR" sz="2400" b="1" kern="1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اتیولوژی</a:t>
            </a:r>
            <a:endParaRPr lang="en-US" b="1" kern="1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fa-IR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علل اختلالات روانی</a:t>
            </a:r>
            <a:endParaRPr lang="en-US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fa-IR" sz="2400" b="1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موانع مشکل ساز در دستیابی به علت اصلی و دقیق بیماری های روانی</a:t>
            </a:r>
            <a:endParaRPr lang="en-US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a-IR" sz="24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علایم مختلف</a:t>
            </a:r>
            <a:endParaRPr lang="en-US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a-IR" sz="24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رفتار غیر قابل پیش بینی</a:t>
            </a:r>
            <a:endParaRPr lang="en-US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a-IR" sz="24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اندیشه های متفاوت</a:t>
            </a:r>
            <a:endParaRPr lang="en-US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a-IR" sz="24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جستجوی گذشته</a:t>
            </a:r>
            <a:endParaRPr lang="en-US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a-IR" sz="24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مسایل اخلاقی</a:t>
            </a:r>
            <a:endParaRPr lang="en-US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8442E3-47C7-0D5A-6782-122567112B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41" r="3621"/>
          <a:stretch/>
        </p:blipFill>
        <p:spPr>
          <a:xfrm>
            <a:off x="0" y="4288066"/>
            <a:ext cx="3445543" cy="25699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14F8A5-661E-EA2B-3397-61EFECADCFF8}"/>
              </a:ext>
            </a:extLst>
          </p:cNvPr>
          <p:cNvSpPr txBox="1"/>
          <p:nvPr/>
        </p:nvSpPr>
        <p:spPr>
          <a:xfrm>
            <a:off x="1475118" y="2978447"/>
            <a:ext cx="457200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r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 startAt="6"/>
              <a:tabLst>
                <a:tab pos="457200" algn="l"/>
              </a:tabLst>
            </a:pPr>
            <a:r>
              <a:rPr lang="fa-IR" sz="24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تفاوتهای فرهنگی</a:t>
            </a:r>
            <a:endParaRPr lang="en-US" sz="24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lvl="0" indent="-457200" algn="r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 startAt="6"/>
              <a:tabLst>
                <a:tab pos="457200" algn="l"/>
              </a:tabLst>
            </a:pPr>
            <a:r>
              <a:rPr lang="fa-IR" sz="24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بررسی طولانی مدت</a:t>
            </a:r>
            <a:endParaRPr lang="en-US" sz="24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lvl="0" indent="-457200" algn="r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 startAt="6"/>
              <a:tabLst>
                <a:tab pos="457200" algn="l"/>
              </a:tabLst>
            </a:pPr>
            <a:r>
              <a:rPr lang="fa-IR" sz="24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رابطه همبستگی</a:t>
            </a:r>
            <a:endParaRPr lang="en-US" sz="24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lvl="0" indent="-457200" algn="r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 startAt="6"/>
              <a:tabLst>
                <a:tab pos="457200" algn="l"/>
              </a:tabLst>
            </a:pPr>
            <a:r>
              <a:rPr lang="fa-IR" sz="24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رفتار هنجار و نابهنجار</a:t>
            </a:r>
            <a:endParaRPr lang="en-US" sz="24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20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1718" y="91870"/>
            <a:ext cx="7765321" cy="1326321"/>
          </a:xfrm>
        </p:spPr>
        <p:txBody>
          <a:bodyPr>
            <a:normAutofit/>
          </a:bodyPr>
          <a:lstStyle/>
          <a:p>
            <a:pPr algn="ctr"/>
            <a:r>
              <a:rPr lang="fa-IR" sz="3600" dirty="0">
                <a:ln w="0">
                  <a:noFill/>
                </a:ln>
                <a:solidFill>
                  <a:srgbClr val="0070C0"/>
                </a:solidFill>
                <a:cs typeface="B Titr" panose="00000700000000000000" pitchFamily="2" charset="-78"/>
              </a:rPr>
              <a:t>فرضیه های قدیمی مطرح شده</a:t>
            </a:r>
            <a:endParaRPr lang="en-US" sz="3600" dirty="0">
              <a:ln w="0">
                <a:noFill/>
              </a:ln>
              <a:solidFill>
                <a:srgbClr val="0070C0"/>
              </a:solidFill>
              <a:cs typeface="B Titr" panose="00000700000000000000" pitchFamily="2" charset="-7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18157" y="1705154"/>
            <a:ext cx="7928882" cy="5439809"/>
          </a:xfrm>
        </p:spPr>
        <p:txBody>
          <a:bodyPr>
            <a:normAutofit/>
          </a:bodyPr>
          <a:lstStyle/>
          <a:p>
            <a:pPr marL="624078" indent="-514350" algn="r" rtl="1">
              <a:buNone/>
            </a:pPr>
            <a:r>
              <a:rPr lang="fa-IR" sz="2800" b="1" dirty="0">
                <a:cs typeface="B Titr" panose="00000700000000000000" pitchFamily="2" charset="-78"/>
              </a:rPr>
              <a:t>1. فرضیه تن زادی </a:t>
            </a:r>
            <a:r>
              <a:rPr lang="fa-IR" sz="2800" dirty="0">
                <a:cs typeface="B Titr" panose="00000700000000000000" pitchFamily="2" charset="-78"/>
              </a:rPr>
              <a:t>(</a:t>
            </a:r>
            <a:r>
              <a:rPr lang="en-US" sz="2800" b="1" dirty="0">
                <a:cs typeface="B Titr" panose="00000700000000000000" pitchFamily="2" charset="-78"/>
              </a:rPr>
              <a:t>Somatogenic Theory</a:t>
            </a:r>
            <a:r>
              <a:rPr lang="fa-IR" sz="2800" dirty="0">
                <a:cs typeface="B Titr" panose="00000700000000000000" pitchFamily="2" charset="-78"/>
              </a:rPr>
              <a:t>)</a:t>
            </a:r>
          </a:p>
          <a:p>
            <a:pPr marL="624078" indent="-514350" algn="r" rtl="1">
              <a:buNone/>
            </a:pPr>
            <a:endParaRPr lang="fa-IR" sz="2800" dirty="0">
              <a:cs typeface="B Titr" panose="00000700000000000000" pitchFamily="2" charset="-78"/>
            </a:endParaRPr>
          </a:p>
          <a:p>
            <a:pPr marL="624078" indent="-514350" algn="r" rtl="1"/>
            <a:r>
              <a:rPr lang="fa-IR" sz="2400" b="1" dirty="0">
                <a:solidFill>
                  <a:srgbClr val="FF0000"/>
                </a:solidFill>
                <a:effectLst/>
                <a:cs typeface="B Mitra" panose="00000400000000000000" pitchFamily="2" charset="-78"/>
              </a:rPr>
              <a:t>اولین بار توسط بقراط مطرح شد</a:t>
            </a:r>
          </a:p>
          <a:p>
            <a:pPr marL="624078" indent="-514350" algn="r" rtl="1"/>
            <a:r>
              <a:rPr lang="fa-IR" sz="2400" b="1" dirty="0">
                <a:solidFill>
                  <a:srgbClr val="FF0000"/>
                </a:solidFill>
                <a:effectLst/>
                <a:cs typeface="B Mitra" panose="00000400000000000000" pitchFamily="2" charset="-78"/>
              </a:rPr>
              <a:t>نقص جسمی را باعث اختلالات روانی می دانستند</a:t>
            </a:r>
          </a:p>
          <a:p>
            <a:pPr algn="r" rtl="1">
              <a:buNone/>
            </a:pPr>
            <a:r>
              <a:rPr lang="fa-IR" sz="2800" dirty="0">
                <a:cs typeface="+mj-cs"/>
              </a:rPr>
              <a:t> </a:t>
            </a:r>
          </a:p>
          <a:p>
            <a:pPr marL="624078" indent="-514350" algn="r" rtl="1">
              <a:buNone/>
            </a:pPr>
            <a:r>
              <a:rPr lang="fa-IR" sz="2800" b="1" dirty="0">
                <a:cs typeface="B Titr" panose="00000700000000000000" pitchFamily="2" charset="-78"/>
              </a:rPr>
              <a:t>2. فرضیه روان زادی (</a:t>
            </a:r>
            <a:r>
              <a:rPr lang="en-US" sz="2800" b="1" dirty="0">
                <a:cs typeface="B Titr" panose="00000700000000000000" pitchFamily="2" charset="-78"/>
              </a:rPr>
              <a:t>(Psychogenic Theory</a:t>
            </a:r>
            <a:endParaRPr lang="fa-IR" sz="2800" b="1" dirty="0">
              <a:cs typeface="B Titr" panose="00000700000000000000" pitchFamily="2" charset="-78"/>
            </a:endParaRPr>
          </a:p>
          <a:p>
            <a:pPr marL="624078" indent="-514350" algn="r" rtl="1">
              <a:buNone/>
            </a:pPr>
            <a:endParaRPr lang="fa-IR" sz="2800" b="1" dirty="0">
              <a:cs typeface="B Titr" panose="00000700000000000000" pitchFamily="2" charset="-78"/>
            </a:endParaRPr>
          </a:p>
          <a:p>
            <a:pPr marL="624078" indent="-514350" algn="r" rtl="1"/>
            <a:r>
              <a:rPr lang="fa-IR" sz="2400" b="1" dirty="0">
                <a:solidFill>
                  <a:srgbClr val="FF0000"/>
                </a:solidFill>
                <a:effectLst/>
                <a:cs typeface="B Mitra" panose="00000400000000000000" pitchFamily="2" charset="-78"/>
              </a:rPr>
              <a:t> اختلالات روانی منشا روان شناختی دارند</a:t>
            </a:r>
            <a:endParaRPr lang="en-US" sz="2400" b="1" dirty="0">
              <a:solidFill>
                <a:srgbClr val="FF0000"/>
              </a:solidFill>
              <a:effectLst/>
              <a:cs typeface="B Mitra" panose="00000400000000000000" pitchFamily="2" charset="-7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4C06D-85AA-455E-A90B-A954FA95F428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12AE987-CD29-0C7E-421D-FD156CBAFF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6627822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373ED2-14F7-CBCF-80D0-2ED4F98395BC}"/>
              </a:ext>
            </a:extLst>
          </p:cNvPr>
          <p:cNvSpPr txBox="1"/>
          <p:nvPr/>
        </p:nvSpPr>
        <p:spPr>
          <a:xfrm>
            <a:off x="914400" y="901700"/>
            <a:ext cx="71374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200000"/>
              </a:lnSpc>
              <a:spcAft>
                <a:spcPts val="800"/>
              </a:spcAft>
            </a:pPr>
            <a:r>
              <a:rPr lang="fa-I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طبقه بندی بر اساس نحوه تأثیر عوامل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2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a-IR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عوامل زمینه ساز </a:t>
            </a:r>
            <a:r>
              <a:rPr lang="en-US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Predisposing Factor</a:t>
            </a:r>
            <a:r>
              <a:rPr lang="en-US" sz="3200" b="1" kern="100" dirty="0">
                <a:solidFill>
                  <a:srgbClr val="FF0000"/>
                </a:solidFill>
                <a:effectLst/>
                <a:latin typeface="B Mitra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24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2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a-IR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عوامل آشکارساز </a:t>
            </a:r>
            <a:r>
              <a:rPr lang="en-US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Precipitating Factor</a:t>
            </a:r>
            <a:r>
              <a:rPr lang="en-US" sz="3200" b="1" kern="100" dirty="0">
                <a:solidFill>
                  <a:srgbClr val="FF0000"/>
                </a:solidFill>
                <a:effectLst/>
                <a:latin typeface="B Mitra" panose="000004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24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2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a-IR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عوامل دوام دهنده </a:t>
            </a:r>
            <a:r>
              <a:rPr lang="en-US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Perpetuating Factor</a:t>
            </a:r>
            <a:endParaRPr lang="en-US" sz="24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68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B81AA1-4036-355B-9345-DF0262FD4012}"/>
              </a:ext>
            </a:extLst>
          </p:cNvPr>
          <p:cNvSpPr txBox="1"/>
          <p:nvPr/>
        </p:nvSpPr>
        <p:spPr>
          <a:xfrm>
            <a:off x="4013200" y="551886"/>
            <a:ext cx="4572000" cy="2976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fa-IR" sz="2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 1. عوامل زمینه ساز</a:t>
            </a:r>
            <a:endParaRPr lang="en-US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a-I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از آغاز زندگی فرد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a-I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فاصله زیاد با بروز اختلال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a-I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ادامه در طول زندگی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a-I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تا حدودی قابل مداخله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a-I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فرد را آماد پذیرش بیماری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12F8BB-882B-93C6-56DF-22B4A254B7B3}"/>
              </a:ext>
            </a:extLst>
          </p:cNvPr>
          <p:cNvSpPr txBox="1"/>
          <p:nvPr/>
        </p:nvSpPr>
        <p:spPr>
          <a:xfrm>
            <a:off x="139700" y="551886"/>
            <a:ext cx="4572000" cy="31663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07000"/>
              </a:lnSpc>
              <a:spcAft>
                <a:spcPts val="800"/>
              </a:spcAft>
              <a:defRPr sz="2400" b="1" kern="1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defRPr>
            </a:lvl1pPr>
          </a:lstStyle>
          <a:p>
            <a:r>
              <a:rPr lang="fa-IR" dirty="0"/>
              <a:t>2. عوامل آشکارساز</a:t>
            </a: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a-IR" b="0" dirty="0">
                <a:solidFill>
                  <a:schemeClr val="tx1"/>
                </a:solidFill>
              </a:rPr>
              <a:t>فاصله نسبتا کم با بروز علایم</a:t>
            </a:r>
            <a:endParaRPr lang="en-US" b="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a-IR" b="0" dirty="0">
                <a:solidFill>
                  <a:schemeClr val="tx1"/>
                </a:solidFill>
              </a:rPr>
              <a:t>غیر قابل مداخله</a:t>
            </a:r>
            <a:endParaRPr lang="en-US" b="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a-IR" b="0" dirty="0">
                <a:solidFill>
                  <a:schemeClr val="tx1"/>
                </a:solidFill>
              </a:rPr>
              <a:t>فیزیکی (بیماری های مغزی، تومور، عفونت، تروما، دارو) یا روانی اجتماعی (مشکلات شخصی، ازدواج، بچه دار شدن، مهاجرت، طلاق، یائسگی)</a:t>
            </a:r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71F3B2-4E3C-4FD3-970F-02DA3FF7148F}"/>
              </a:ext>
            </a:extLst>
          </p:cNvPr>
          <p:cNvSpPr txBox="1"/>
          <p:nvPr/>
        </p:nvSpPr>
        <p:spPr>
          <a:xfrm>
            <a:off x="2070100" y="4005073"/>
            <a:ext cx="4572000" cy="237597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07000"/>
              </a:lnSpc>
              <a:spcAft>
                <a:spcPts val="800"/>
              </a:spcAft>
              <a:defRPr sz="2400" b="1" kern="1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defRPr>
            </a:lvl1pPr>
          </a:lstStyle>
          <a:p>
            <a:pPr algn="just"/>
            <a:r>
              <a:rPr lang="fa-IR" dirty="0"/>
              <a:t>3. عوامل دوام دهنده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a-IR" b="0" dirty="0">
                <a:solidFill>
                  <a:schemeClr val="tx1"/>
                </a:solidFill>
              </a:rPr>
              <a:t>تداوم بعد از بروز علایم</a:t>
            </a:r>
            <a:endParaRPr lang="en-US" b="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a-IR" b="0" dirty="0">
                <a:solidFill>
                  <a:schemeClr val="tx1"/>
                </a:solidFill>
              </a:rPr>
              <a:t>قابل مداخله درمانی</a:t>
            </a:r>
            <a:endParaRPr lang="en-US" b="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a-IR" b="0" dirty="0">
                <a:solidFill>
                  <a:schemeClr val="tx1"/>
                </a:solidFill>
              </a:rPr>
              <a:t>باورهای غلط فرهنگی، اجتماعی یا عوامل اقتصادی، عوامل خانوادگی</a:t>
            </a:r>
            <a:endParaRPr 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37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9A02C8-D86E-DF3A-448C-B9B3C6DD2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232"/>
            <a:ext cx="9144000" cy="66455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31CFDC-9047-BC71-FFA5-9AB3916D54F4}"/>
              </a:ext>
            </a:extLst>
          </p:cNvPr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buNone/>
            </a:pPr>
            <a:r>
              <a:rPr lang="en-US" sz="2400" b="1" dirty="0">
                <a:solidFill>
                  <a:srgbClr val="002060"/>
                </a:solidFill>
              </a:rPr>
              <a:t>Diathesis – stress model</a:t>
            </a:r>
            <a:endParaRPr lang="fa-IR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00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12AE987-CD29-0C7E-421D-FD156CBAFFE7}"/>
              </a:ext>
            </a:extLst>
          </p:cNvPr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884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B560166-A780-AB18-A861-635CE51428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6978031"/>
              </p:ext>
            </p:extLst>
          </p:nvPr>
        </p:nvGraphicFramePr>
        <p:xfrm>
          <a:off x="-431800" y="0"/>
          <a:ext cx="10007600" cy="629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980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34EE550-9C89-4FC1-A7A4-E09B139F71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834EE550-9C89-4FC1-A7A4-E09B139F71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03DDE1E-8D78-485C-9D2B-CDBE8DD16B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A03DDE1E-8D78-485C-9D2B-CDBE8DD16B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E4A6CDE-59B6-4CAF-8962-A499847C33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dgm id="{7E4A6CDE-59B6-4CAF-8962-A499847C33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1A171E7-10E8-48F0-90B0-0B8052FF31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graphicEl>
                                              <a:dgm id="{D1A171E7-10E8-48F0-90B0-0B8052FF31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D2F76EE-F2D9-4920-AE1A-C786201B67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graphicEl>
                                              <a:dgm id="{AD2F76EE-F2D9-4920-AE1A-C786201B67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0E7DD7E-BD6F-4FC4-A802-BAA72B61F9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graphicEl>
                                              <a:dgm id="{20E7DD7E-BD6F-4FC4-A802-BAA72B61F9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1A62707-B430-4065-99FA-7735B85910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graphicEl>
                                              <a:dgm id="{D1A62707-B430-4065-99FA-7735B85910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01552" y="-221836"/>
            <a:ext cx="6132909" cy="1326321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 rtl="1"/>
            <a:r>
              <a:rPr lang="fa-IR" sz="4000" dirty="0">
                <a:ln w="0"/>
                <a:solidFill>
                  <a:schemeClr val="tx1"/>
                </a:solidFill>
                <a:cs typeface="B Titr" panose="00000700000000000000" pitchFamily="2" charset="-78"/>
              </a:rPr>
              <a:t>الگوی زیستی</a:t>
            </a:r>
            <a:endParaRPr lang="en-US" sz="4000" dirty="0">
              <a:ln w="0"/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4191000"/>
          </a:xfrm>
        </p:spPr>
        <p:txBody>
          <a:bodyPr>
            <a:noAutofit/>
          </a:bodyPr>
          <a:lstStyle/>
          <a:p>
            <a:pPr marL="624078" indent="-514350" algn="r" rtl="1">
              <a:lnSpc>
                <a:spcPct val="200000"/>
              </a:lnSpc>
              <a:buAutoNum type="arabicPeriod"/>
            </a:pPr>
            <a:r>
              <a:rPr lang="fa-IR" sz="2800" b="1" dirty="0">
                <a:solidFill>
                  <a:srgbClr val="FF0000"/>
                </a:solidFill>
                <a:effectLst/>
                <a:cs typeface="B Mitra" panose="00000400000000000000" pitchFamily="2" charset="-78"/>
              </a:rPr>
              <a:t>زمینه ژنتیکی</a:t>
            </a:r>
          </a:p>
          <a:p>
            <a:pPr marL="624078" indent="-514350" algn="r" rtl="1">
              <a:lnSpc>
                <a:spcPct val="200000"/>
              </a:lnSpc>
              <a:buAutoNum type="arabicPeriod"/>
            </a:pPr>
            <a:r>
              <a:rPr lang="fa-IR" sz="2800" b="1" dirty="0">
                <a:solidFill>
                  <a:srgbClr val="002060"/>
                </a:solidFill>
                <a:cs typeface="B Mitra" panose="00000400000000000000" pitchFamily="2" charset="-78"/>
              </a:rPr>
              <a:t>بیولوژیکی</a:t>
            </a:r>
            <a:endParaRPr lang="fa-IR" sz="2800" b="1" dirty="0">
              <a:solidFill>
                <a:srgbClr val="002060"/>
              </a:solidFill>
              <a:effectLst/>
              <a:cs typeface="B Mitra" panose="00000400000000000000" pitchFamily="2" charset="-78"/>
            </a:endParaRPr>
          </a:p>
          <a:p>
            <a:pPr marL="1028700" indent="-622300" algn="r" rtl="1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a-IR" sz="2800" b="1" dirty="0">
                <a:solidFill>
                  <a:srgbClr val="002060"/>
                </a:solidFill>
                <a:effectLst/>
                <a:cs typeface="B Mitra" panose="00000400000000000000" pitchFamily="2" charset="-78"/>
              </a:rPr>
              <a:t>اختلال در کارکرد سیستم عصبی</a:t>
            </a:r>
          </a:p>
          <a:p>
            <a:pPr marL="1028700" indent="-622300" algn="r" rtl="1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a-IR" sz="2800" b="1" dirty="0">
                <a:solidFill>
                  <a:srgbClr val="002060"/>
                </a:solidFill>
                <a:effectLst/>
                <a:cs typeface="B Mitra" panose="00000400000000000000" pitchFamily="2" charset="-78"/>
              </a:rPr>
              <a:t>اختلالات سیستم آندوکرینی</a:t>
            </a:r>
          </a:p>
          <a:p>
            <a:pPr marL="1028700" indent="-622300" algn="r" rtl="1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a-IR" sz="2800" b="1" dirty="0">
                <a:solidFill>
                  <a:srgbClr val="002060"/>
                </a:solidFill>
                <a:effectLst/>
                <a:cs typeface="B Mitra" panose="00000400000000000000" pitchFamily="2" charset="-78"/>
              </a:rPr>
              <a:t>اختلالات سیستم ایمنی</a:t>
            </a:r>
          </a:p>
          <a:p>
            <a:pPr marL="1028700" indent="-622300" algn="r" rtl="1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a-IR" sz="2800" b="1" dirty="0">
                <a:solidFill>
                  <a:srgbClr val="002060"/>
                </a:solidFill>
                <a:effectLst/>
                <a:cs typeface="B Mitra" panose="00000400000000000000" pitchFamily="2" charset="-78"/>
              </a:rPr>
              <a:t>اختلال در ریتم های زیست شناختی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4C06D-85AA-455E-A90B-A954FA95F42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439981-359F-F427-E9EE-FCFDF8807B73}"/>
              </a:ext>
            </a:extLst>
          </p:cNvPr>
          <p:cNvSpPr txBox="1"/>
          <p:nvPr/>
        </p:nvSpPr>
        <p:spPr>
          <a:xfrm>
            <a:off x="127000" y="228600"/>
            <a:ext cx="8890000" cy="594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fa-IR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ژنتیک</a:t>
            </a:r>
            <a:endParaRPr lang="en-US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fa-I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به 3 طریق: خانواده های، دو </a:t>
            </a:r>
            <a:r>
              <a:rPr lang="fa-IR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قلوها</a:t>
            </a:r>
            <a:r>
              <a:rPr lang="fa-I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، فرزند خوانده ها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fa-IR" sz="32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خانواده:</a:t>
            </a:r>
          </a:p>
          <a:p>
            <a:pPr marL="457200" indent="-457200" algn="just" rt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a-IR" sz="32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درجه 1&gt;2&gt;3</a:t>
            </a:r>
            <a:endParaRPr lang="en-US" sz="2400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just" rt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a-IR" sz="32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یک والد دو قطبی= 25% فرزند</a:t>
            </a:r>
            <a:endParaRPr lang="en-US" sz="2400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just" rt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a-IR" sz="32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هر دو والد دو قطبی= 50-75% فرزند</a:t>
            </a:r>
            <a:endParaRPr lang="en-US" sz="2400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just" rt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a-IR" sz="32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گاتزمن</a:t>
            </a:r>
            <a:r>
              <a:rPr lang="fa-IR" sz="32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(1978): </a:t>
            </a:r>
            <a:r>
              <a:rPr lang="fa-IR" sz="32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اسکیزوفرنی</a:t>
            </a:r>
            <a:r>
              <a:rPr lang="fa-IR" sz="32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در یک والد= 12-13%؛ </a:t>
            </a:r>
            <a:r>
              <a:rPr lang="fa-IR" sz="32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هردو</a:t>
            </a:r>
            <a:r>
              <a:rPr lang="fa-IR" sz="32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والد=36-37%؛ درجه 2 و 3= 2-3%</a:t>
            </a:r>
            <a:endParaRPr lang="en-US" sz="2400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just" rt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a-IR" sz="32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اسکیزوفرنی</a:t>
            </a:r>
            <a:r>
              <a:rPr lang="fa-IR" sz="32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در یک والد = 10 برابر کردن شانس ابتلا به </a:t>
            </a:r>
            <a:r>
              <a:rPr lang="fa-IR" sz="32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اسکیزوفرنی</a:t>
            </a:r>
            <a:r>
              <a:rPr lang="fa-IR" sz="32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در فرزند نسبت به جمعیت عادی</a:t>
            </a:r>
            <a:endParaRPr lang="en-US" sz="2400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55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439981-359F-F427-E9EE-FCFDF8807B73}"/>
              </a:ext>
            </a:extLst>
          </p:cNvPr>
          <p:cNvSpPr txBox="1"/>
          <p:nvPr/>
        </p:nvSpPr>
        <p:spPr>
          <a:xfrm>
            <a:off x="203200" y="228600"/>
            <a:ext cx="8737600" cy="5169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fa-IR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ژنتیک</a:t>
            </a:r>
            <a:endParaRPr lang="en-US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fa-I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به 3 طریق: خانواده های، دو </a:t>
            </a:r>
            <a:r>
              <a:rPr lang="fa-IR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قلوها</a:t>
            </a:r>
            <a:r>
              <a:rPr lang="fa-I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، فرزند خانواده ها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fa-IR" sz="3200" kern="1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دو </a:t>
            </a:r>
            <a:r>
              <a:rPr lang="fa-IR" sz="3200" kern="100" dirty="0" err="1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قلوها</a:t>
            </a:r>
            <a:r>
              <a:rPr lang="fa-IR" sz="3200" kern="1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: </a:t>
            </a:r>
            <a:endParaRPr lang="en-US" sz="2400" kern="100" dirty="0">
              <a:solidFill>
                <a:srgbClr val="7030A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just" rt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a-IR" sz="3200" kern="1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یک تخمکی&gt; سایر فرزندان   /  ابتلای همزمان </a:t>
            </a:r>
            <a:r>
              <a:rPr lang="fa-IR" sz="3200" kern="100" dirty="0" err="1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اسکیزوفرنی</a:t>
            </a:r>
            <a:r>
              <a:rPr lang="fa-IR" sz="3200" kern="1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50% و خلقی 33-90% (محیط و آشکار کننده)</a:t>
            </a:r>
            <a:endParaRPr lang="en-US" sz="2400" kern="100" dirty="0">
              <a:solidFill>
                <a:srgbClr val="7030A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just" rt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a-IR" sz="3200" kern="1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دو تخمکی: </a:t>
            </a:r>
            <a:r>
              <a:rPr lang="en-US" sz="3200" kern="1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Price 1998</a:t>
            </a:r>
            <a:r>
              <a:rPr lang="fa-IR" sz="3200" kern="1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 افسردگی در یک تخمکی 68%  دو تخمکی 67%   و در </a:t>
            </a:r>
            <a:r>
              <a:rPr lang="fa-IR" sz="3200" kern="100" dirty="0" err="1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نک</a:t>
            </a:r>
            <a:r>
              <a:rPr lang="fa-IR" sz="3200" kern="1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تخمکی 23%</a:t>
            </a: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fa-IR" sz="3200" kern="100" dirty="0">
              <a:solidFill>
                <a:srgbClr val="297C2A"/>
              </a:solidFill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a-IR" sz="2400" b="1" kern="100" dirty="0">
                <a:solidFill>
                  <a:srgbClr val="297C2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فرزند خوانده ها</a:t>
            </a:r>
            <a:endParaRPr lang="en-US" sz="2400" b="1" kern="100" dirty="0">
              <a:solidFill>
                <a:srgbClr val="297C2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252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01552" y="-221836"/>
            <a:ext cx="6132909" cy="1326321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 rtl="1"/>
            <a:r>
              <a:rPr lang="fa-IR" sz="4000" dirty="0">
                <a:ln w="0"/>
                <a:solidFill>
                  <a:schemeClr val="tx1"/>
                </a:solidFill>
                <a:cs typeface="B Titr" panose="00000700000000000000" pitchFamily="2" charset="-78"/>
              </a:rPr>
              <a:t>الگوی زیستی</a:t>
            </a:r>
            <a:endParaRPr lang="en-US" sz="4000" dirty="0">
              <a:ln w="0"/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4191000"/>
          </a:xfrm>
        </p:spPr>
        <p:txBody>
          <a:bodyPr>
            <a:noAutofit/>
          </a:bodyPr>
          <a:lstStyle/>
          <a:p>
            <a:pPr marL="624078" indent="-514350" algn="r" rtl="1">
              <a:lnSpc>
                <a:spcPct val="200000"/>
              </a:lnSpc>
              <a:buAutoNum type="arabicPeriod"/>
            </a:pPr>
            <a:r>
              <a:rPr lang="fa-IR" sz="2800" b="1" dirty="0">
                <a:solidFill>
                  <a:srgbClr val="FF0000"/>
                </a:solidFill>
                <a:effectLst/>
                <a:cs typeface="B Mitra" panose="00000400000000000000" pitchFamily="2" charset="-78"/>
              </a:rPr>
              <a:t>زمینه ژنتیکی</a:t>
            </a:r>
          </a:p>
          <a:p>
            <a:pPr marL="624078" indent="-514350" algn="r" rtl="1">
              <a:lnSpc>
                <a:spcPct val="200000"/>
              </a:lnSpc>
              <a:buAutoNum type="arabicPeriod"/>
            </a:pPr>
            <a:r>
              <a:rPr lang="fa-IR" sz="2800" b="1" dirty="0">
                <a:solidFill>
                  <a:srgbClr val="002060"/>
                </a:solidFill>
                <a:cs typeface="B Mitra" panose="00000400000000000000" pitchFamily="2" charset="-78"/>
              </a:rPr>
              <a:t>بیولوژیکی</a:t>
            </a:r>
            <a:endParaRPr lang="fa-IR" sz="2800" b="1" dirty="0">
              <a:solidFill>
                <a:srgbClr val="002060"/>
              </a:solidFill>
              <a:effectLst/>
              <a:cs typeface="B Mitra" panose="00000400000000000000" pitchFamily="2" charset="-78"/>
            </a:endParaRPr>
          </a:p>
          <a:p>
            <a:pPr marL="1028700" indent="-622300" algn="r" rtl="1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a-IR" sz="2800" b="1" dirty="0">
                <a:solidFill>
                  <a:srgbClr val="002060"/>
                </a:solidFill>
                <a:effectLst/>
                <a:cs typeface="B Mitra" panose="00000400000000000000" pitchFamily="2" charset="-78"/>
              </a:rPr>
              <a:t>اختلال در کارکرد سیستم عصبی</a:t>
            </a:r>
          </a:p>
          <a:p>
            <a:pPr marL="1028700" indent="-622300" algn="r" rtl="1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a-IR" sz="2800" b="1" dirty="0">
                <a:solidFill>
                  <a:srgbClr val="002060"/>
                </a:solidFill>
                <a:effectLst/>
                <a:cs typeface="B Mitra" panose="00000400000000000000" pitchFamily="2" charset="-78"/>
              </a:rPr>
              <a:t>اختلالات سیستم آندوکرینی</a:t>
            </a:r>
          </a:p>
          <a:p>
            <a:pPr marL="1028700" indent="-622300" algn="r" rtl="1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a-IR" sz="2800" b="1" dirty="0">
                <a:solidFill>
                  <a:srgbClr val="002060"/>
                </a:solidFill>
                <a:effectLst/>
                <a:cs typeface="B Mitra" panose="00000400000000000000" pitchFamily="2" charset="-78"/>
              </a:rPr>
              <a:t>اختلالات سیستم ایمنی</a:t>
            </a:r>
          </a:p>
          <a:p>
            <a:pPr marL="1028700" indent="-622300" algn="r" rtl="1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a-IR" sz="2800" b="1" dirty="0">
                <a:solidFill>
                  <a:srgbClr val="002060"/>
                </a:solidFill>
                <a:effectLst/>
                <a:cs typeface="B Mitra" panose="00000400000000000000" pitchFamily="2" charset="-78"/>
              </a:rPr>
              <a:t>اختلال در ریتم های زیست شناختی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4C06D-85AA-455E-A90B-A954FA95F42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6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838013-F762-2ED6-3C54-9988AD182764}"/>
              </a:ext>
            </a:extLst>
          </p:cNvPr>
          <p:cNvSpPr txBox="1"/>
          <p:nvPr/>
        </p:nvSpPr>
        <p:spPr>
          <a:xfrm>
            <a:off x="4688540" y="117860"/>
            <a:ext cx="4455459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6400" algn="ctr" rtl="1">
              <a:lnSpc>
                <a:spcPct val="200000"/>
              </a:lnSpc>
            </a:pPr>
            <a:r>
              <a:rPr lang="fa-IR" sz="2800" b="1" dirty="0">
                <a:solidFill>
                  <a:srgbClr val="002060"/>
                </a:solidFill>
                <a:effectLst/>
                <a:cs typeface="B Mitra" panose="00000400000000000000" pitchFamily="2" charset="-78"/>
              </a:rPr>
              <a:t>اختلال در کارکرد سیستم عصبی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91C9C0-946F-61B0-E235-EB1D3004FF3B}"/>
              </a:ext>
            </a:extLst>
          </p:cNvPr>
          <p:cNvSpPr txBox="1"/>
          <p:nvPr/>
        </p:nvSpPr>
        <p:spPr>
          <a:xfrm>
            <a:off x="4419600" y="2206979"/>
            <a:ext cx="457200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r" rtl="1">
              <a:lnSpc>
                <a:spcPct val="20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fa-IR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فیزیولوژیک (</a:t>
            </a:r>
            <a:r>
              <a:rPr lang="fa-IR" sz="3200" b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نوروفیزیولوژی</a:t>
            </a:r>
            <a:r>
              <a:rPr lang="fa-IR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)</a:t>
            </a:r>
            <a:endParaRPr lang="en-US" sz="24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20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fa-IR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نوروشیمیایی</a:t>
            </a:r>
            <a:endParaRPr lang="en-US" sz="24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20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fa-IR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ناهنجاری های آناتومیک</a:t>
            </a:r>
            <a:endParaRPr lang="en-US" sz="24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F6D99E-7189-1924-52EB-E121066C3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568219"/>
            <a:ext cx="4904670" cy="576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6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D7E60161-AB90-EDBE-3DC0-C6022677D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" y="1840856"/>
            <a:ext cx="9163050" cy="50171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89F6D9-56E6-8BF9-44F8-692E7CB52EA6}"/>
              </a:ext>
            </a:extLst>
          </p:cNvPr>
          <p:cNvSpPr txBox="1"/>
          <p:nvPr/>
        </p:nvSpPr>
        <p:spPr>
          <a:xfrm>
            <a:off x="1854200" y="160268"/>
            <a:ext cx="6908800" cy="168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fa-IR" sz="2800" b="1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فیزیولوژیک (</a:t>
            </a:r>
            <a:r>
              <a:rPr lang="fa-IR" sz="2800" b="1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نوروفیزیولوژی</a:t>
            </a:r>
            <a:r>
              <a:rPr lang="fa-IR" sz="2800" b="1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)</a:t>
            </a:r>
            <a:endParaRPr lang="en-US" sz="2000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b="1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اختلال در مجاری </a:t>
            </a:r>
            <a:r>
              <a:rPr lang="fa-IR" sz="2800" b="1" kern="1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یونی</a:t>
            </a:r>
            <a:endParaRPr lang="en-US" sz="2000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b="1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از طریق داروهای ضد صرع (دو قطبی)</a:t>
            </a:r>
            <a:endParaRPr lang="en-US" sz="2000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732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D5020A-D38C-C1B4-899A-2AFB007C98DD}"/>
              </a:ext>
            </a:extLst>
          </p:cNvPr>
          <p:cNvSpPr txBox="1"/>
          <p:nvPr/>
        </p:nvSpPr>
        <p:spPr>
          <a:xfrm>
            <a:off x="0" y="0"/>
            <a:ext cx="9144000" cy="6917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fa-IR" sz="2800" b="1" kern="100" dirty="0">
                <a:solidFill>
                  <a:srgbClr val="002060"/>
                </a:solidFill>
                <a:latin typeface="Calibri" panose="020F0502020204030204" pitchFamily="34" charset="0"/>
                <a:cs typeface="B Mitra" panose="00000400000000000000" pitchFamily="2" charset="-78"/>
              </a:rPr>
              <a:t>نوروشیمیایی</a:t>
            </a:r>
            <a:endParaRPr lang="en-US" sz="2800" b="1" kern="100" dirty="0">
              <a:solidFill>
                <a:srgbClr val="00206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  <a:p>
            <a:pPr marL="742950" lvl="1" indent="-285750" algn="r" rtl="1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650" kern="1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نوروترنسمیتر</a:t>
            </a:r>
            <a:r>
              <a:rPr lang="fa-IR" sz="2650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یا گیرنده </a:t>
            </a:r>
            <a:endParaRPr lang="en-US" sz="2650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65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از طریق تاثیر دارو روی کنترل بیماری های روان</a:t>
            </a:r>
            <a:endParaRPr lang="en-US" sz="265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650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افزایش سرتونین: مانیا</a:t>
            </a:r>
            <a:endParaRPr lang="en-US" sz="2650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65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کاهش گابا: افسردگی</a:t>
            </a:r>
            <a:endParaRPr lang="en-US" sz="265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650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افزایش گیرنده های </a:t>
            </a:r>
            <a:r>
              <a:rPr lang="fa-IR" sz="2650" kern="1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دوپامینی</a:t>
            </a:r>
            <a:r>
              <a:rPr lang="fa-IR" sz="2650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: </a:t>
            </a:r>
            <a:r>
              <a:rPr lang="fa-IR" sz="2650" kern="1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اسکیزوفرنی</a:t>
            </a:r>
            <a:endParaRPr lang="en-US" sz="2650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65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دوپامین: تاثیر داورهای آنتی سایکوتیک (مهار کننده گیرنده </a:t>
            </a:r>
            <a:r>
              <a:rPr lang="fa-IR" sz="2650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دوپامینی</a:t>
            </a:r>
            <a:r>
              <a:rPr lang="fa-IR" sz="265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)</a:t>
            </a:r>
            <a:endParaRPr lang="en-US" sz="265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fa-IR" sz="2650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آمفتامین: افزایش فعالیت گیرنده های دوپامین و ایجاد علایم سایکوز</a:t>
            </a:r>
            <a:endParaRPr lang="en-US" sz="2650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fa-IR" sz="2650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افزایش در مانیا و کاهش در افسردگی</a:t>
            </a:r>
            <a:endParaRPr lang="en-US" sz="2650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65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نور </a:t>
            </a:r>
            <a:r>
              <a:rPr lang="fa-IR" sz="2650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اپی</a:t>
            </a:r>
            <a:r>
              <a:rPr lang="fa-IR" sz="265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نفرین و &gt; </a:t>
            </a:r>
            <a:r>
              <a:rPr lang="fa-IR" sz="2650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اپی</a:t>
            </a:r>
            <a:r>
              <a:rPr lang="fa-IR" sz="265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نفرین: </a:t>
            </a:r>
            <a:r>
              <a:rPr lang="en-US" sz="265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TCA/MAOi</a:t>
            </a:r>
            <a:r>
              <a:rPr lang="fa-IR" sz="265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/</a:t>
            </a:r>
            <a:r>
              <a:rPr lang="fa-IR" sz="2650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بوپروپیون</a:t>
            </a:r>
            <a:r>
              <a:rPr lang="fa-IR" sz="265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باعث جلوگیری از باز جذب مجدد= کاهش علایم افسردگی</a:t>
            </a:r>
            <a:endParaRPr lang="en-US" sz="265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650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سرتونین: </a:t>
            </a:r>
            <a:r>
              <a:rPr lang="en-US" sz="2650" kern="1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SSRi</a:t>
            </a:r>
            <a:endParaRPr lang="en-US" sz="2650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fa-IR" sz="2650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مصرف </a:t>
            </a:r>
            <a:r>
              <a:rPr lang="fa-IR" sz="2650" kern="1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تریپتوفان</a:t>
            </a:r>
            <a:r>
              <a:rPr lang="fa-IR" sz="2650" kern="1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: افزایش سرتونین و بهبود علایم افسردگی</a:t>
            </a:r>
            <a:endParaRPr lang="en-US" sz="2650" kern="1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826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E660DF43-DBE4-4FF4-8D11-1ACE9A6B3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5510" y="5862159"/>
            <a:ext cx="565159" cy="365125"/>
          </a:xfrm>
        </p:spPr>
        <p:txBody>
          <a:bodyPr/>
          <a:lstStyle/>
          <a:p>
            <a:fld id="{6B44C06D-85AA-455E-A90B-A954FA95F428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80CF81-723B-4A82-8404-4600433E7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249379"/>
              </p:ext>
            </p:extLst>
          </p:nvPr>
        </p:nvGraphicFramePr>
        <p:xfrm>
          <a:off x="1" y="1"/>
          <a:ext cx="9143999" cy="6891177"/>
        </p:xfrm>
        <a:graphic>
          <a:graphicData uri="http://schemas.openxmlformats.org/drawingml/2006/table">
            <a:tbl>
              <a:tblPr rtl="1">
                <a:tableStyleId>{22838BEF-8BB2-4498-84A7-C5851F593DF1}</a:tableStyleId>
              </a:tblPr>
              <a:tblGrid>
                <a:gridCol w="1119021">
                  <a:extLst>
                    <a:ext uri="{9D8B030D-6E8A-4147-A177-3AD203B41FA5}">
                      <a16:colId xmlns:a16="http://schemas.microsoft.com/office/drawing/2014/main" val="2479760653"/>
                    </a:ext>
                  </a:extLst>
                </a:gridCol>
                <a:gridCol w="2037837">
                  <a:extLst>
                    <a:ext uri="{9D8B030D-6E8A-4147-A177-3AD203B41FA5}">
                      <a16:colId xmlns:a16="http://schemas.microsoft.com/office/drawing/2014/main" val="2071414086"/>
                    </a:ext>
                  </a:extLst>
                </a:gridCol>
                <a:gridCol w="1886729">
                  <a:extLst>
                    <a:ext uri="{9D8B030D-6E8A-4147-A177-3AD203B41FA5}">
                      <a16:colId xmlns:a16="http://schemas.microsoft.com/office/drawing/2014/main" val="1606446542"/>
                    </a:ext>
                  </a:extLst>
                </a:gridCol>
                <a:gridCol w="2075671">
                  <a:extLst>
                    <a:ext uri="{9D8B030D-6E8A-4147-A177-3AD203B41FA5}">
                      <a16:colId xmlns:a16="http://schemas.microsoft.com/office/drawing/2014/main" val="1328053838"/>
                    </a:ext>
                  </a:extLst>
                </a:gridCol>
                <a:gridCol w="2024741">
                  <a:extLst>
                    <a:ext uri="{9D8B030D-6E8A-4147-A177-3AD203B41FA5}">
                      <a16:colId xmlns:a16="http://schemas.microsoft.com/office/drawing/2014/main" val="4018159296"/>
                    </a:ext>
                  </a:extLst>
                </a:gridCol>
              </a:tblGrid>
              <a:tr h="941866">
                <a:tc gridSpan="5">
                  <a:txBody>
                    <a:bodyPr/>
                    <a:lstStyle/>
                    <a:p>
                      <a:pPr algn="ctr" rtl="1" fontAlgn="b"/>
                      <a:r>
                        <a:rPr lang="fa-IR" sz="2800" u="none" strike="noStrike" dirty="0">
                          <a:solidFill>
                            <a:srgbClr val="FF0000"/>
                          </a:solidFill>
                          <a:effectLst/>
                          <a:cs typeface="B Titr" panose="00000700000000000000" pitchFamily="2" charset="-78"/>
                        </a:rPr>
                        <a:t>ناقل های عصبی </a:t>
                      </a:r>
                      <a:r>
                        <a:rPr lang="en-US" sz="2800" u="none" strike="noStrike" dirty="0">
                          <a:solidFill>
                            <a:srgbClr val="FF0000"/>
                          </a:solidFill>
                          <a:effectLst/>
                          <a:cs typeface="B Titr" panose="00000700000000000000" pitchFamily="2" charset="-78"/>
                        </a:rPr>
                        <a:t>Neurotransmitter</a:t>
                      </a:r>
                      <a:endParaRPr lang="en-US" sz="2800" b="0" i="0" u="none" strike="noStrike" dirty="0">
                        <a:solidFill>
                          <a:srgbClr val="FF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764921"/>
                  </a:ext>
                </a:extLst>
              </a:tr>
              <a:tr h="84767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n-US" sz="2000" b="0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effectLst/>
                        <a:latin typeface="B Titr" panose="000007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cs typeface="B Titr" panose="00000700000000000000" pitchFamily="2" charset="-78"/>
                        </a:rPr>
                        <a:t>گیرنده</a:t>
                      </a:r>
                      <a:endParaRPr lang="fa-IR" sz="2000" b="0" i="0" u="none" strike="noStrike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cs typeface="B Titr" panose="00000700000000000000" pitchFamily="2" charset="-78"/>
                        </a:rPr>
                        <a:t>اثرات</a:t>
                      </a:r>
                      <a:endParaRPr lang="fa-IR" sz="2000" b="0" i="0" u="none" strike="noStrike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cs typeface="B Titr" panose="00000700000000000000" pitchFamily="2" charset="-78"/>
                        </a:rPr>
                        <a:t>افزایش</a:t>
                      </a:r>
                      <a:endParaRPr lang="fa-IR" sz="2000" b="0" i="0" u="none" strike="noStrike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cs typeface="B Titr" panose="00000700000000000000" pitchFamily="2" charset="-78"/>
                        </a:rPr>
                        <a:t>کاهش</a:t>
                      </a:r>
                      <a:endParaRPr lang="fa-IR" sz="2000" b="0" i="0" u="none" strike="noStrike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742303"/>
                  </a:ext>
                </a:extLst>
              </a:tr>
              <a:tr h="784887"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800" u="none" strike="noStrike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70C0"/>
                          </a:solidFill>
                          <a:effectLst/>
                          <a:cs typeface="B Tehran" panose="00000400000000000000" pitchFamily="2" charset="-78"/>
                        </a:rPr>
                        <a:t>دوپامین</a:t>
                      </a:r>
                      <a:endParaRPr lang="fa-IR" sz="1800" b="1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70C0"/>
                        </a:solidFill>
                        <a:effectLst/>
                        <a:latin typeface="B Titr" panose="00000700000000000000" pitchFamily="2" charset="-78"/>
                        <a:cs typeface="B Tehran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D1 </a:t>
                      </a:r>
                      <a:r>
                        <a:rPr lang="fa-I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   تا  </a:t>
                      </a:r>
                      <a:r>
                        <a:rPr lang="en-US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D5</a:t>
                      </a:r>
                      <a:endParaRPr lang="en-US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تنظیم حرکات ، خلق ، یادگیری ، خواب ، توجه </a:t>
                      </a:r>
                      <a:endParaRPr lang="fa-IR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اسکیزوفرنی – مانیا</a:t>
                      </a:r>
                      <a:endParaRPr lang="fa-IR" sz="2000" b="1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افسردگی - پارکینسون</a:t>
                      </a:r>
                      <a:endParaRPr lang="fa-IR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874397"/>
                  </a:ext>
                </a:extLst>
              </a:tr>
              <a:tr h="904599"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800" u="none" strike="noStrike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70C0"/>
                          </a:solidFill>
                          <a:effectLst/>
                          <a:cs typeface="B Tehran" panose="00000400000000000000" pitchFamily="2" charset="-78"/>
                        </a:rPr>
                        <a:t>سروتونین</a:t>
                      </a:r>
                      <a:endParaRPr lang="fa-IR" sz="1800" b="1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70C0"/>
                        </a:solidFill>
                        <a:effectLst/>
                        <a:latin typeface="B Titr" panose="00000700000000000000" pitchFamily="2" charset="-78"/>
                        <a:cs typeface="B Tehran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5-HT1 </a:t>
                      </a:r>
                      <a:r>
                        <a:rPr lang="fa-I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تا</a:t>
                      </a:r>
                      <a:r>
                        <a:rPr lang="en-US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 5-HT7</a:t>
                      </a:r>
                      <a:endParaRPr lang="en-US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تنظیم خواب ، اشتها ، خلق</a:t>
                      </a:r>
                      <a:endParaRPr lang="fa-IR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مانیا</a:t>
                      </a:r>
                      <a:endParaRPr lang="fa-IR" sz="2000" b="1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افسردگی – بی خوابی – پرخاشگری – اضطراب – اختلال وسواسی جبری</a:t>
                      </a:r>
                      <a:endParaRPr lang="fa-IR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914535"/>
                  </a:ext>
                </a:extLst>
              </a:tr>
              <a:tr h="784887"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800" u="none" strike="noStrike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70C0"/>
                          </a:solidFill>
                          <a:effectLst/>
                          <a:cs typeface="B Tehran" panose="00000400000000000000" pitchFamily="2" charset="-78"/>
                        </a:rPr>
                        <a:t>اپی نفرین و نوراپی نفرین</a:t>
                      </a:r>
                      <a:endParaRPr lang="fa-IR" sz="1800" b="1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70C0"/>
                        </a:solidFill>
                        <a:effectLst/>
                        <a:latin typeface="B Titr" panose="00000700000000000000" pitchFamily="2" charset="-78"/>
                        <a:cs typeface="B Tehran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α1 α2 β1 β2</a:t>
                      </a:r>
                      <a:endParaRPr lang="el-GR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آغازگر واکنش جنگ یا گریز</a:t>
                      </a:r>
                      <a:endParaRPr lang="fa-IR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مانیا – اضطراب – افسردگی</a:t>
                      </a:r>
                      <a:endParaRPr lang="fa-IR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افسردگی</a:t>
                      </a:r>
                      <a:endParaRPr lang="fa-IR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700043"/>
                  </a:ext>
                </a:extLst>
              </a:tr>
              <a:tr h="904599"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800" u="none" strike="noStrike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70C0"/>
                          </a:solidFill>
                          <a:effectLst/>
                          <a:cs typeface="B Tehran" panose="00000400000000000000" pitchFamily="2" charset="-78"/>
                        </a:rPr>
                        <a:t>گاما آمینوبوتریک اسید (گابا)</a:t>
                      </a:r>
                      <a:endParaRPr lang="fa-IR" sz="1800" b="1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70C0"/>
                        </a:solidFill>
                        <a:effectLst/>
                        <a:latin typeface="B Titr" panose="00000700000000000000" pitchFamily="2" charset="-78"/>
                        <a:cs typeface="B Tehran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GABAa </a:t>
                      </a:r>
                      <a:r>
                        <a:rPr lang="fa-I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 تا</a:t>
                      </a:r>
                      <a:r>
                        <a:rPr lang="en-US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GABAc</a:t>
                      </a:r>
                      <a:endParaRPr lang="en-US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مشخص نشده است</a:t>
                      </a:r>
                      <a:endParaRPr lang="fa-IR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کاهش اضطراب</a:t>
                      </a:r>
                      <a:endParaRPr lang="fa-IR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اختلالات اضطرابی</a:t>
                      </a:r>
                      <a:endParaRPr lang="fa-IR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298728"/>
                  </a:ext>
                </a:extLst>
              </a:tr>
              <a:tr h="904599"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800" u="none" strike="noStrike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70C0"/>
                          </a:solidFill>
                          <a:effectLst/>
                          <a:cs typeface="B Tehran" panose="00000400000000000000" pitchFamily="2" charset="-78"/>
                        </a:rPr>
                        <a:t>استیل کولین</a:t>
                      </a:r>
                      <a:endParaRPr lang="fa-IR" sz="1800" b="0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70C0"/>
                        </a:solidFill>
                        <a:effectLst/>
                        <a:latin typeface="B Titr" panose="00000700000000000000" pitchFamily="2" charset="-78"/>
                        <a:cs typeface="B Tehran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موسکارینی و </a:t>
                      </a:r>
                      <a:r>
                        <a:rPr lang="fa-IR" sz="2000" u="none" strike="noStrike" dirty="0" err="1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نیکوتینی</a:t>
                      </a:r>
                      <a:endParaRPr lang="fa-IR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تاثیر در یادگیری و حافظه، تنظیم کننده خلق، تحریک پاراسمپاتیک</a:t>
                      </a:r>
                      <a:endParaRPr lang="fa-IR" sz="2000" b="1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افسردگی</a:t>
                      </a:r>
                      <a:endParaRPr lang="fa-IR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آلزایمر، پارکینسون، هانتینگتون</a:t>
                      </a:r>
                      <a:endParaRPr lang="fa-IR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368255"/>
                  </a:ext>
                </a:extLst>
              </a:tr>
              <a:tr h="784887"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800" u="none" strike="noStrike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70C0"/>
                          </a:solidFill>
                          <a:effectLst/>
                          <a:cs typeface="B Tehran" panose="00000400000000000000" pitchFamily="2" charset="-78"/>
                        </a:rPr>
                        <a:t>هیستامین</a:t>
                      </a:r>
                      <a:endParaRPr lang="fa-IR" sz="1800" b="0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70C0"/>
                        </a:solidFill>
                        <a:effectLst/>
                        <a:latin typeface="B Titr" panose="00000700000000000000" pitchFamily="2" charset="-78"/>
                        <a:cs typeface="B Tehran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H1 H2 H3 </a:t>
                      </a:r>
                      <a:endParaRPr lang="en-US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آگاه، پاسخ های ضد التهابی</a:t>
                      </a:r>
                      <a:endParaRPr lang="fa-IR" sz="2000" b="1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________</a:t>
                      </a:r>
                      <a:endParaRPr lang="en-US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20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cs typeface="B Mitra" panose="00000400000000000000" pitchFamily="2" charset="-78"/>
                        </a:rPr>
                        <a:t>افسردگی</a:t>
                      </a:r>
                      <a:endParaRPr lang="fa-IR" sz="2000" b="1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B Mitra" panose="00000400000000000000" pitchFamily="2" charset="-78"/>
                        <a:cs typeface="B Mitra" panose="00000400000000000000" pitchFamily="2" charset="-78"/>
                      </a:endParaRPr>
                    </a:p>
                  </a:txBody>
                  <a:tcPr marL="6787" marR="6787" marT="67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499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725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49251" y="-66676"/>
            <a:ext cx="7765321" cy="2558330"/>
          </a:xfrm>
        </p:spPr>
        <p:txBody>
          <a:bodyPr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lang="fa-IR" sz="2800" dirty="0">
                <a:cs typeface="B Titr" panose="00000700000000000000" pitchFamily="2" charset="-78"/>
              </a:rPr>
              <a:t>الگوی زیستی</a:t>
            </a:r>
            <a:br>
              <a:rPr lang="en-US" sz="2800" dirty="0">
                <a:effectLst/>
                <a:cs typeface="B Titr" panose="00000700000000000000" pitchFamily="2" charset="-78"/>
              </a:rPr>
            </a:br>
            <a:r>
              <a:rPr lang="fa-IR" sz="2800" dirty="0">
                <a:solidFill>
                  <a:srgbClr val="0070C0"/>
                </a:solidFill>
                <a:effectLst/>
                <a:cs typeface="B Titr" panose="00000700000000000000" pitchFamily="2" charset="-78"/>
              </a:rPr>
              <a:t>فاکتورهای بیولوژیکی </a:t>
            </a:r>
            <a:br>
              <a:rPr lang="fa-IR" sz="2800" dirty="0">
                <a:effectLst/>
                <a:cs typeface="B Titr" panose="00000700000000000000" pitchFamily="2" charset="-78"/>
              </a:rPr>
            </a:br>
            <a:r>
              <a:rPr lang="fa-IR" sz="2800" dirty="0">
                <a:solidFill>
                  <a:srgbClr val="00B050"/>
                </a:solidFill>
                <a:effectLst/>
                <a:cs typeface="B Titr" panose="00000700000000000000" pitchFamily="2" charset="-78"/>
              </a:rPr>
              <a:t>2. اختلال در کارکرد سیستم عصبی</a:t>
            </a:r>
            <a:br>
              <a:rPr lang="fa-IR" sz="2800" dirty="0">
                <a:solidFill>
                  <a:srgbClr val="FFC000"/>
                </a:solidFill>
                <a:effectLst/>
                <a:cs typeface="B Titr" panose="00000700000000000000" pitchFamily="2" charset="-78"/>
              </a:rPr>
            </a:br>
            <a:r>
              <a:rPr lang="fa-IR" sz="2800" dirty="0">
                <a:solidFill>
                  <a:srgbClr val="FF0000"/>
                </a:solidFill>
                <a:effectLst/>
                <a:cs typeface="B Titr" panose="00000700000000000000" pitchFamily="2" charset="-78"/>
              </a:rPr>
              <a:t>3.ناهنجاریهای ساختمانی سیستم  عصبی</a:t>
            </a:r>
            <a:endParaRPr lang="en-US" sz="2800" dirty="0">
              <a:solidFill>
                <a:srgbClr val="FF0000"/>
              </a:solidFill>
              <a:effectLst/>
              <a:cs typeface="B Titr" panose="00000700000000000000" pitchFamily="2" charset="-7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2652712"/>
            <a:ext cx="8710864" cy="3886201"/>
          </a:xfrm>
        </p:spPr>
        <p:txBody>
          <a:bodyPr/>
          <a:lstStyle/>
          <a:p>
            <a:pPr algn="r" rtl="1">
              <a:lnSpc>
                <a:spcPct val="150000"/>
              </a:lnSpc>
            </a:pPr>
            <a:r>
              <a:rPr lang="fa-IR" b="1" dirty="0">
                <a:cs typeface="B Mitra" panose="00000400000000000000" pitchFamily="2" charset="-78"/>
              </a:rPr>
              <a:t>نواقص مادرزادی</a:t>
            </a:r>
          </a:p>
          <a:p>
            <a:pPr algn="r" rtl="1">
              <a:lnSpc>
                <a:spcPct val="150000"/>
              </a:lnSpc>
            </a:pPr>
            <a:r>
              <a:rPr lang="fa-IR" b="1" dirty="0">
                <a:cs typeface="B Mitra" panose="00000400000000000000" pitchFamily="2" charset="-78"/>
              </a:rPr>
              <a:t>صدمات زایمانی</a:t>
            </a:r>
          </a:p>
          <a:p>
            <a:pPr algn="r" rtl="1">
              <a:lnSpc>
                <a:spcPct val="150000"/>
              </a:lnSpc>
            </a:pPr>
            <a:r>
              <a:rPr lang="fa-IR" b="1" dirty="0">
                <a:cs typeface="B Mitra" panose="00000400000000000000" pitchFamily="2" charset="-78"/>
              </a:rPr>
              <a:t>ضربه شدید به سر</a:t>
            </a:r>
          </a:p>
          <a:p>
            <a:pPr algn="r" rtl="1">
              <a:lnSpc>
                <a:spcPct val="150000"/>
              </a:lnSpc>
            </a:pPr>
            <a:r>
              <a:rPr lang="fa-IR" b="1" dirty="0">
                <a:cs typeface="B Mitra" panose="00000400000000000000" pitchFamily="2" charset="-78"/>
              </a:rPr>
              <a:t>بیماریهای عصبی</a:t>
            </a:r>
          </a:p>
          <a:p>
            <a:pPr algn="r" rtl="1">
              <a:lnSpc>
                <a:spcPct val="150000"/>
              </a:lnSpc>
            </a:pPr>
            <a:r>
              <a:rPr lang="fa-IR" b="1" dirty="0">
                <a:cs typeface="B Mitra" panose="00000400000000000000" pitchFamily="2" charset="-78"/>
              </a:rPr>
              <a:t>اتساع بطن های مغزی و یا آتروفی قشر مخ در بیماران اسکیزوفرن و اختلالات خلقی </a:t>
            </a:r>
          </a:p>
          <a:p>
            <a:pPr algn="r" rtl="1">
              <a:lnSpc>
                <a:spcPct val="150000"/>
              </a:lnSpc>
            </a:pPr>
            <a:r>
              <a:rPr lang="fa-IR" b="1" dirty="0">
                <a:cs typeface="B Mitra" panose="00000400000000000000" pitchFamily="2" charset="-78"/>
              </a:rPr>
              <a:t>کاهش وزن ماده خاکستری مغز در اسکیزوفرن</a:t>
            </a:r>
            <a:endParaRPr lang="en-US" b="1" dirty="0">
              <a:cs typeface="B Mitra" panose="00000400000000000000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4C06D-85AA-455E-A90B-A954FA95F42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657BE7-DAE0-4BC7-AD5C-B0F26331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4C06D-85AA-455E-A90B-A954FA95F428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7E4C39-C6F6-4A7C-B091-E5B16C90B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657" y="-3629"/>
            <a:ext cx="9176657" cy="686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94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01552" y="-221836"/>
            <a:ext cx="6132909" cy="1326321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 rtl="1"/>
            <a:r>
              <a:rPr lang="fa-IR" sz="4000" dirty="0">
                <a:ln w="0"/>
                <a:solidFill>
                  <a:schemeClr val="tx1"/>
                </a:solidFill>
                <a:cs typeface="B Titr" panose="00000700000000000000" pitchFamily="2" charset="-78"/>
              </a:rPr>
              <a:t>الگوی زیستی</a:t>
            </a:r>
            <a:endParaRPr lang="en-US" sz="4000" dirty="0">
              <a:ln w="0"/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4191000"/>
          </a:xfrm>
        </p:spPr>
        <p:txBody>
          <a:bodyPr>
            <a:noAutofit/>
          </a:bodyPr>
          <a:lstStyle/>
          <a:p>
            <a:pPr marL="624078" indent="-514350" algn="r" rtl="1">
              <a:lnSpc>
                <a:spcPct val="200000"/>
              </a:lnSpc>
              <a:buAutoNum type="arabicPeriod"/>
            </a:pPr>
            <a:r>
              <a:rPr lang="fa-IR" sz="2800" b="1" dirty="0">
                <a:solidFill>
                  <a:srgbClr val="FF0000"/>
                </a:solidFill>
                <a:effectLst/>
                <a:cs typeface="B Mitra" panose="00000400000000000000" pitchFamily="2" charset="-78"/>
              </a:rPr>
              <a:t>زمینه ژنتیکی</a:t>
            </a:r>
          </a:p>
          <a:p>
            <a:pPr marL="624078" indent="-514350" algn="r" rtl="1">
              <a:lnSpc>
                <a:spcPct val="200000"/>
              </a:lnSpc>
              <a:buAutoNum type="arabicPeriod"/>
            </a:pPr>
            <a:r>
              <a:rPr lang="fa-IR" sz="2800" b="1" dirty="0">
                <a:solidFill>
                  <a:srgbClr val="002060"/>
                </a:solidFill>
                <a:cs typeface="B Mitra" panose="00000400000000000000" pitchFamily="2" charset="-78"/>
              </a:rPr>
              <a:t>بیولوژیکی</a:t>
            </a:r>
            <a:endParaRPr lang="fa-IR" sz="2800" b="1" dirty="0">
              <a:solidFill>
                <a:srgbClr val="002060"/>
              </a:solidFill>
              <a:effectLst/>
              <a:cs typeface="B Mitra" panose="00000400000000000000" pitchFamily="2" charset="-78"/>
            </a:endParaRPr>
          </a:p>
          <a:p>
            <a:pPr marL="1028700" indent="-622300" algn="r" rtl="1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a-IR" sz="2800" b="1" dirty="0">
                <a:solidFill>
                  <a:srgbClr val="002060"/>
                </a:solidFill>
                <a:effectLst/>
                <a:cs typeface="B Mitra" panose="00000400000000000000" pitchFamily="2" charset="-78"/>
              </a:rPr>
              <a:t>اختلال در کارکرد سیستم عصبی</a:t>
            </a:r>
          </a:p>
          <a:p>
            <a:pPr marL="1028700" indent="-622300" algn="r" rtl="1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a-IR" sz="2800" b="1" dirty="0">
                <a:solidFill>
                  <a:srgbClr val="002060"/>
                </a:solidFill>
                <a:effectLst/>
                <a:cs typeface="B Mitra" panose="00000400000000000000" pitchFamily="2" charset="-78"/>
              </a:rPr>
              <a:t>اختلالات سیستم آندوکرینی</a:t>
            </a:r>
          </a:p>
          <a:p>
            <a:pPr marL="1028700" indent="-622300" algn="r" rtl="1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a-IR" sz="2800" b="1" dirty="0">
                <a:solidFill>
                  <a:srgbClr val="002060"/>
                </a:solidFill>
                <a:effectLst/>
                <a:cs typeface="B Mitra" panose="00000400000000000000" pitchFamily="2" charset="-78"/>
              </a:rPr>
              <a:t>اختلالات سیستم ایمنی</a:t>
            </a:r>
          </a:p>
          <a:p>
            <a:pPr marL="1028700" indent="-622300" algn="r" rtl="1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a-IR" sz="2800" b="1" dirty="0">
                <a:solidFill>
                  <a:srgbClr val="002060"/>
                </a:solidFill>
                <a:effectLst/>
                <a:cs typeface="B Mitra" panose="00000400000000000000" pitchFamily="2" charset="-78"/>
              </a:rPr>
              <a:t>اختلال در ریتم های زیست شناختی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4C06D-85AA-455E-A90B-A954FA95F42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8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865BCA-ECB4-173E-C436-2B07C7DE02D3}"/>
              </a:ext>
            </a:extLst>
          </p:cNvPr>
          <p:cNvSpPr txBox="1"/>
          <p:nvPr/>
        </p:nvSpPr>
        <p:spPr>
          <a:xfrm>
            <a:off x="279400" y="1218636"/>
            <a:ext cx="8864600" cy="563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fa-IR" sz="2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اختلال در سیستم </a:t>
            </a:r>
            <a:r>
              <a:rPr lang="fa-IR" sz="2800" b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اندوکرینی</a:t>
            </a:r>
            <a:endParaRPr lang="en-US" sz="20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just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هیپوتالاموس-هیپوفیز-فوق کلیه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just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در افسرده ها=سطح </a:t>
            </a:r>
            <a:r>
              <a:rPr lang="fa-I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کورتیزول</a:t>
            </a: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بالا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 algn="just" rt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سندرم کوشینگ:50% افسردگی و 10% سایکوتیک و افکار خودکشی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just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کاهش هورمون های تیروئید: افسردگی و اضطراب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just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افزایش هورمون های تیروئید: تحریک پذیری، بی خوابی، اضطراب، بی ثباتی هیجانی، مانیا، پارانوئید 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just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کاهش هورمون رشد: افسردگی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1D0309-86B1-C586-B4B3-A1C439C6A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177800"/>
            <a:ext cx="3390900" cy="311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93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865BCA-ECB4-173E-C436-2B07C7DE02D3}"/>
              </a:ext>
            </a:extLst>
          </p:cNvPr>
          <p:cNvSpPr txBox="1"/>
          <p:nvPr/>
        </p:nvSpPr>
        <p:spPr>
          <a:xfrm>
            <a:off x="279400" y="152400"/>
            <a:ext cx="8864600" cy="620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fa-IR" sz="2800" b="1" kern="100" dirty="0">
                <a:solidFill>
                  <a:srgbClr val="FF0000"/>
                </a:solidFill>
                <a:latin typeface="Calibri" panose="020F0502020204030204" pitchFamily="34" charset="0"/>
                <a:cs typeface="B Mitra" panose="00000400000000000000" pitchFamily="2" charset="-78"/>
              </a:rPr>
              <a:t>اختلال در سیستم ایمنی</a:t>
            </a:r>
            <a:endParaRPr lang="en-US" sz="2800" b="1" kern="1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  <a:p>
            <a:pPr marL="742950" lvl="1" indent="-28575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مستقیم: عفونت و کاهش لنفوسیت های 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T</a:t>
            </a: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: افسردگی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0" lvl="2" indent="-228600" algn="r" rt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عفونت ویروسی دوران جنینی، زمان تولد یا اوایل زندگی: </a:t>
            </a:r>
            <a:r>
              <a:rPr lang="fa-I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اسکیزوفرنی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غیر مستقیم: 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MS</a:t>
            </a: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و 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MI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fa-IR" sz="2800" b="1" kern="100" dirty="0">
                <a:solidFill>
                  <a:srgbClr val="FF0000"/>
                </a:solidFill>
                <a:latin typeface="Calibri" panose="020F0502020204030204" pitchFamily="34" charset="0"/>
                <a:cs typeface="B Mitra" panose="00000400000000000000" pitchFamily="2" charset="-78"/>
              </a:rPr>
              <a:t>اختلال در ریتم های زیست شناختی</a:t>
            </a:r>
            <a:endParaRPr lang="en-US" sz="2800" b="1" kern="1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  <a:p>
            <a:pPr marL="742950" lvl="1" indent="-28575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تحت تاثیر عوامل بیرونی (دوره روشنایی و تاریکی، الگوی غذا) و درونی (هسته های </a:t>
            </a:r>
            <a:r>
              <a:rPr lang="fa-I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سوپرا</a:t>
            </a: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fa-I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کیاسماتیک</a:t>
            </a: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هیپوتالاموس)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خوب و بیداری، سطح هورمونی، حرارت بدن، دوره </a:t>
            </a:r>
            <a:r>
              <a:rPr lang="fa-I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قائدگی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افسردگی: بیاری اول صبح، کاهش خواب 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REM</a:t>
            </a: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، آشفتگی هورمونی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59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B560166-A780-AB18-A861-635CE5142814}"/>
              </a:ext>
            </a:extLst>
          </p:cNvPr>
          <p:cNvGraphicFramePr/>
          <p:nvPr/>
        </p:nvGraphicFramePr>
        <p:xfrm>
          <a:off x="-431800" y="0"/>
          <a:ext cx="10007600" cy="629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064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3595A2-1DA2-2AF5-E2C5-238F3C79CDFE}"/>
              </a:ext>
            </a:extLst>
          </p:cNvPr>
          <p:cNvSpPr txBox="1"/>
          <p:nvPr/>
        </p:nvSpPr>
        <p:spPr>
          <a:xfrm>
            <a:off x="152400" y="283652"/>
            <a:ext cx="8839200" cy="6290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fa-IR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الگوی اجتماعی</a:t>
            </a:r>
            <a:r>
              <a:rPr lang="fa-IR" sz="2400" b="1" kern="1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fa-IR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عوامل اقتصادی </a:t>
            </a:r>
            <a:r>
              <a:rPr lang="fa-IR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</a:t>
            </a:r>
            <a:r>
              <a:rPr lang="fa-IR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اجتماعی </a:t>
            </a:r>
            <a:r>
              <a:rPr lang="fa-IR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</a:t>
            </a:r>
            <a:r>
              <a:rPr lang="fa-IR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فرهنگی)</a:t>
            </a:r>
            <a:endParaRPr lang="en-US" sz="24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fa-I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طبقه اجتماعی</a:t>
            </a:r>
          </a:p>
          <a:p>
            <a:pPr marL="863600" indent="-406400" algn="r" rt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fa-IR" sz="24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بر اساس قدرت اقتصادی/ اعتبار اجتماعی/ هویت سیاسی و الگوهای ارتباطی/ سبک زندگی/ تفریحات/ فرم شخصیت</a:t>
            </a:r>
            <a:endParaRPr lang="en-US" sz="2400" b="1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63600" indent="-406400" algn="r" rt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fa-IR" sz="24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سببیت اجتماعی (</a:t>
            </a:r>
            <a:r>
              <a:rPr lang="en-US" sz="24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Social Causation</a:t>
            </a:r>
            <a:r>
              <a:rPr lang="fa-IR" sz="24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)</a:t>
            </a:r>
            <a:endParaRPr lang="en-US" sz="2400" b="1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63600" indent="-406400" algn="r" rt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fa-IR" sz="24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انتخاب اجتماعی (</a:t>
            </a:r>
            <a:r>
              <a:rPr lang="en-US" sz="24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Social Selection</a:t>
            </a:r>
            <a:r>
              <a:rPr lang="fa-IR" sz="24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)</a:t>
            </a:r>
            <a:endParaRPr lang="en-US" sz="3200" b="1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fa-I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شبکه اجتماعی و حمایت اجتماعی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fa-I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رویداد های استرس زای اجتماعی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fa-I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عوامل جمعیت شناختی (دموگرافیک)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fa-I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فرهنگ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921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E7D8B3-742B-635A-9649-3EDE4323D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55"/>
          <a:stretch/>
        </p:blipFill>
        <p:spPr>
          <a:xfrm>
            <a:off x="895350" y="3452000"/>
            <a:ext cx="7264400" cy="3406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89F4BB-02D8-38FA-048F-73330F2C1E11}"/>
              </a:ext>
            </a:extLst>
          </p:cNvPr>
          <p:cNvSpPr txBox="1"/>
          <p:nvPr/>
        </p:nvSpPr>
        <p:spPr>
          <a:xfrm>
            <a:off x="-88900" y="241300"/>
            <a:ext cx="9232900" cy="3495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"/>
            </a:pPr>
            <a:r>
              <a:rPr lang="fa-I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فرهنگ</a:t>
            </a:r>
            <a:endParaRPr lang="en-US" sz="20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سبک، عادات، سلیقه ها، اعتقادات، ارزش ها، شیوه تربیت فرزند، انتظارات</a:t>
            </a:r>
            <a:endParaRPr lang="en-US" sz="20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مثل شک و تردید</a:t>
            </a:r>
            <a:endParaRPr lang="en-US" sz="20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(نقش های متفاوت) سندرم وابسته به فرهنگ</a:t>
            </a:r>
            <a:endParaRPr lang="en-US" sz="20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فقط خود فرهنگ نیست بلکه تغییر فرهنگ (شوک فرهنگی </a:t>
            </a:r>
            <a:r>
              <a:rPr lang="en-US" sz="28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Cultural Shock</a:t>
            </a:r>
            <a:r>
              <a:rPr lang="fa-IR" sz="28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)</a:t>
            </a:r>
            <a:endParaRPr lang="en-US" sz="20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75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B560166-A780-AB18-A861-635CE5142814}"/>
              </a:ext>
            </a:extLst>
          </p:cNvPr>
          <p:cNvGraphicFramePr/>
          <p:nvPr/>
        </p:nvGraphicFramePr>
        <p:xfrm>
          <a:off x="-431800" y="0"/>
          <a:ext cx="10007600" cy="629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072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0B8C62-1231-E282-409E-BE08034BDB60}"/>
              </a:ext>
            </a:extLst>
          </p:cNvPr>
          <p:cNvSpPr txBox="1"/>
          <p:nvPr/>
        </p:nvSpPr>
        <p:spPr>
          <a:xfrm>
            <a:off x="444500" y="193723"/>
            <a:ext cx="8255000" cy="6470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fa-IR" sz="3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الگوی روانی</a:t>
            </a:r>
            <a:endParaRPr lang="en-US" sz="24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"/>
            </a:pPr>
            <a:r>
              <a:rPr lang="fa-IR" sz="28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الگو های فرزند پروری آسیب زا</a:t>
            </a:r>
          </a:p>
          <a:p>
            <a:pPr marL="742950" lvl="1" indent="-28575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اختلال در ایفای نقش (تمایل زوجی و گسستگی زوجی)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اختلال در روابط (پیام های دوگانه، نبود عاطفه و روابط عاطفی صحیح)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"/>
            </a:pPr>
            <a:r>
              <a:rPr lang="fa-IR" sz="2800" b="1" kern="100" dirty="0">
                <a:solidFill>
                  <a:srgbClr val="0070C0"/>
                </a:solidFill>
                <a:latin typeface="Calibri" panose="020F0502020204030204" pitchFamily="34" charset="0"/>
                <a:cs typeface="B Mitra" panose="00000400000000000000" pitchFamily="2" charset="-78"/>
              </a:rPr>
              <a:t>رشد و شکل گیری شخصیت نا بهنجار </a:t>
            </a:r>
          </a:p>
          <a:p>
            <a:pPr marL="800100" lvl="1" indent="-34290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حضور </a:t>
            </a:r>
            <a:r>
              <a:rPr lang="fa-I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هردو</a:t>
            </a:r>
            <a:r>
              <a:rPr lang="fa-I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والد برای رشد بهنجار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rt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"/>
            </a:pPr>
            <a:r>
              <a:rPr lang="fa-IR" sz="2800" b="1" kern="100" dirty="0">
                <a:solidFill>
                  <a:srgbClr val="0070C0"/>
                </a:solidFill>
                <a:latin typeface="Calibri" panose="020F0502020204030204" pitchFamily="34" charset="0"/>
                <a:cs typeface="B Mitra" panose="00000400000000000000" pitchFamily="2" charset="-78"/>
              </a:rPr>
              <a:t>تجارب ناگوار دوران کودکی</a:t>
            </a:r>
            <a:endParaRPr lang="en-US" sz="2800" b="1" kern="100" dirty="0">
              <a:solidFill>
                <a:srgbClr val="0070C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  <a:p>
            <a:pPr marL="342900" indent="-342900" algn="r" rt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"/>
            </a:pPr>
            <a:r>
              <a:rPr lang="fa-IR" sz="2800" b="1" kern="100" dirty="0">
                <a:solidFill>
                  <a:srgbClr val="0070C0"/>
                </a:solidFill>
                <a:latin typeface="Calibri" panose="020F0502020204030204" pitchFamily="34" charset="0"/>
                <a:cs typeface="B Mitra" panose="00000400000000000000" pitchFamily="2" charset="-78"/>
              </a:rPr>
              <a:t>ناکامی ها و تعارضات حل نشده</a:t>
            </a:r>
            <a:endParaRPr lang="en-US" sz="2800" b="1" kern="100" dirty="0">
              <a:solidFill>
                <a:srgbClr val="0070C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fa-I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 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"/>
            </a:pP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57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88BC9A-12D7-7264-4641-EA9DF0D0CF70}"/>
              </a:ext>
            </a:extLst>
          </p:cNvPr>
          <p:cNvSpPr txBox="1"/>
          <p:nvPr/>
        </p:nvSpPr>
        <p:spPr>
          <a:xfrm>
            <a:off x="425450" y="266700"/>
            <a:ext cx="8293100" cy="660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fa-IR" sz="2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رویکرد های روان شناختی در اتیولوژی اختلالات روانی</a:t>
            </a:r>
            <a:endParaRPr lang="en-US" sz="20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lvl="0" indent="-457200" algn="r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a-IR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رویکردهای روان کاوی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1" indent="-457200" algn="r" rtl="1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fa-IR" sz="2400" b="1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زیگموند</a:t>
            </a:r>
            <a:r>
              <a:rPr lang="fa-IR" sz="24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فروید</a:t>
            </a:r>
            <a:endParaRPr lang="en-US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1" indent="-457200" algn="r" rtl="1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fa-IR" sz="2400" b="1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آلفرد</a:t>
            </a:r>
            <a:r>
              <a:rPr lang="fa-IR" sz="24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fa-IR" sz="2400" b="1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آدلر</a:t>
            </a:r>
            <a:endParaRPr lang="en-US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1" indent="-457200" algn="r" rtl="1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fa-IR" sz="2400" b="1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اریک</a:t>
            </a:r>
            <a:r>
              <a:rPr lang="fa-IR" sz="24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fa-IR" sz="2400" b="1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اریکسون</a:t>
            </a:r>
            <a:endParaRPr lang="en-US" sz="2400" b="1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  <a:p>
            <a:pPr marL="914400" lvl="1" indent="-457200" algn="r" rtl="1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fa-IR" sz="2400" b="1" kern="1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کارن </a:t>
            </a:r>
            <a:r>
              <a:rPr lang="fa-IR" sz="2400" b="1" kern="100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هورنای</a:t>
            </a:r>
            <a:endParaRPr lang="en-US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1" indent="-457200" algn="r" rtl="1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fa-IR" sz="2400" b="1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هری</a:t>
            </a:r>
            <a:r>
              <a:rPr lang="fa-IR" sz="24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fa-IR" sz="2400" b="1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استاک</a:t>
            </a:r>
            <a:r>
              <a:rPr lang="fa-IR" sz="24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fa-IR" sz="2400" b="1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سالیوان</a:t>
            </a:r>
            <a:endParaRPr lang="en-US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lvl="0" indent="-457200" algn="r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a-IR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رویکردهای انسان گرایی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lvl="0" indent="-457200" algn="r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a-IR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رویکردهای رفتار گرایی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lvl="0" indent="-457200" algn="r" rtl="1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a-IR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رویکردهای شناختی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99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13139" y="677667"/>
            <a:ext cx="7765321" cy="1326321"/>
          </a:xfrm>
        </p:spPr>
        <p:txBody>
          <a:bodyPr/>
          <a:lstStyle/>
          <a:p>
            <a:pPr algn="ctr" rtl="1"/>
            <a:r>
              <a:rPr lang="fa-IR" dirty="0">
                <a:solidFill>
                  <a:srgbClr val="0070C0"/>
                </a:solidFill>
                <a:effectLst/>
                <a:cs typeface="B Titr" panose="00000700000000000000" pitchFamily="2" charset="-78"/>
              </a:rPr>
              <a:t>زیگموند فروید</a:t>
            </a:r>
            <a:endParaRPr lang="en-US" dirty="0">
              <a:solidFill>
                <a:srgbClr val="0070C0"/>
              </a:solidFill>
              <a:effectLst/>
              <a:cs typeface="B Titr" panose="00000700000000000000" pitchFamily="2" charset="-7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31759" y="1874376"/>
            <a:ext cx="9144000" cy="3695136"/>
          </a:xfrm>
        </p:spPr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2400" b="1" dirty="0">
                <a:effectLst/>
                <a:cs typeface="B Mitra" panose="00000400000000000000" pitchFamily="2" charset="-78"/>
              </a:rPr>
              <a:t>نظریه روان پویایی</a:t>
            </a:r>
          </a:p>
          <a:p>
            <a:pPr algn="r" rtl="1">
              <a:lnSpc>
                <a:spcPct val="150000"/>
              </a:lnSpc>
            </a:pPr>
            <a:r>
              <a:rPr lang="fa-IR" sz="2400" b="1" dirty="0">
                <a:effectLst/>
                <a:cs typeface="B Mitra" panose="00000400000000000000" pitchFamily="2" charset="-78"/>
              </a:rPr>
              <a:t>شخصیت و اختلالات روانی حاصل تعامل  پویا بین« نهاد </a:t>
            </a:r>
            <a:r>
              <a:rPr lang="en-US" sz="2400" b="1" dirty="0">
                <a:effectLst/>
                <a:cs typeface="B Mitra" panose="00000400000000000000" pitchFamily="2" charset="-78"/>
              </a:rPr>
              <a:t>Id</a:t>
            </a:r>
            <a:r>
              <a:rPr lang="fa-IR" sz="2400" b="1" dirty="0">
                <a:effectLst/>
                <a:cs typeface="B Mitra" panose="00000400000000000000" pitchFamily="2" charset="-78"/>
              </a:rPr>
              <a:t>» «من </a:t>
            </a:r>
            <a:r>
              <a:rPr lang="en-US" sz="2400" b="1" dirty="0">
                <a:effectLst/>
                <a:cs typeface="B Mitra" panose="00000400000000000000" pitchFamily="2" charset="-78"/>
              </a:rPr>
              <a:t>Ego</a:t>
            </a:r>
            <a:r>
              <a:rPr lang="fa-IR" sz="2400" b="1" dirty="0">
                <a:effectLst/>
                <a:cs typeface="B Mitra" panose="00000400000000000000" pitchFamily="2" charset="-78"/>
              </a:rPr>
              <a:t>»و« من برتر</a:t>
            </a:r>
            <a:r>
              <a:rPr lang="en-US" sz="2400" b="1" dirty="0">
                <a:effectLst/>
                <a:cs typeface="B Mitra" panose="00000400000000000000" pitchFamily="2" charset="-78"/>
              </a:rPr>
              <a:t>super ego</a:t>
            </a:r>
            <a:r>
              <a:rPr lang="fa-IR" sz="2400" b="1" dirty="0">
                <a:effectLst/>
                <a:cs typeface="B Mitra" panose="00000400000000000000" pitchFamily="2" charset="-78"/>
              </a:rPr>
              <a:t> »</a:t>
            </a:r>
          </a:p>
          <a:p>
            <a:pPr algn="r" rtl="1">
              <a:lnSpc>
                <a:spcPct val="150000"/>
              </a:lnSpc>
            </a:pPr>
            <a:r>
              <a:rPr lang="fa-IR" sz="2400" b="1" dirty="0">
                <a:effectLst/>
                <a:cs typeface="B Mitra" panose="00000400000000000000" pitchFamily="2" charset="-78"/>
              </a:rPr>
              <a:t>تعادل روانی فرد به میزان توانایی </a:t>
            </a:r>
            <a:r>
              <a:rPr lang="en-US" sz="2400" b="1" dirty="0">
                <a:effectLst/>
                <a:cs typeface="B Mitra" panose="00000400000000000000" pitchFamily="2" charset="-78"/>
              </a:rPr>
              <a:t>Ego</a:t>
            </a:r>
            <a:r>
              <a:rPr lang="fa-IR" sz="2400" b="1" dirty="0">
                <a:effectLst/>
                <a:cs typeface="B Mitra" panose="00000400000000000000" pitchFamily="2" charset="-78"/>
              </a:rPr>
              <a:t> در برابر فشارهایی که از سوی </a:t>
            </a:r>
            <a:r>
              <a:rPr lang="en-US" sz="2400" b="1" dirty="0">
                <a:effectLst/>
                <a:cs typeface="B Mitra" panose="00000400000000000000" pitchFamily="2" charset="-78"/>
              </a:rPr>
              <a:t>Id</a:t>
            </a:r>
            <a:r>
              <a:rPr lang="fa-IR" sz="2400" b="1" dirty="0">
                <a:effectLst/>
                <a:cs typeface="B Mitra" panose="00000400000000000000" pitchFamily="2" charset="-78"/>
              </a:rPr>
              <a:t>، </a:t>
            </a:r>
            <a:r>
              <a:rPr lang="en-US" sz="2400" b="1" dirty="0">
                <a:cs typeface="B Mitra" panose="00000400000000000000" pitchFamily="2" charset="-78"/>
              </a:rPr>
              <a:t>Super Ego</a:t>
            </a:r>
            <a:r>
              <a:rPr lang="fa-IR" sz="2400" b="1" dirty="0">
                <a:cs typeface="B Mitra" panose="00000400000000000000" pitchFamily="2" charset="-78"/>
              </a:rPr>
              <a:t> </a:t>
            </a:r>
            <a:r>
              <a:rPr lang="fa-IR" sz="2400" b="1" dirty="0">
                <a:effectLst/>
                <a:cs typeface="B Mitra" panose="00000400000000000000" pitchFamily="2" charset="-78"/>
              </a:rPr>
              <a:t>و واقعیتهای بیرونی به آن وارد می شود بستگی دارد.</a:t>
            </a:r>
            <a:endParaRPr lang="en-US" sz="2400" b="1" dirty="0">
              <a:effectLst/>
              <a:cs typeface="B Mitra" panose="00000400000000000000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4C06D-85AA-455E-A90B-A954FA95F42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ADC55F-06AD-4D50-A339-7746E25D5DC8}"/>
              </a:ext>
            </a:extLst>
          </p:cNvPr>
          <p:cNvSpPr txBox="1"/>
          <p:nvPr/>
        </p:nvSpPr>
        <p:spPr>
          <a:xfrm>
            <a:off x="2282007" y="107057"/>
            <a:ext cx="4572000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 rtl="1">
              <a:lnSpc>
                <a:spcPct val="150000"/>
              </a:lnSpc>
              <a:buFont typeface="+mj-lt"/>
              <a:buAutoNum type="arabicPeriod"/>
            </a:pPr>
            <a:r>
              <a:rPr lang="fa-IR" sz="2800" b="1" dirty="0">
                <a:solidFill>
                  <a:srgbClr val="FF0000"/>
                </a:solidFill>
                <a:effectLst/>
                <a:latin typeface="B Nazanin"/>
                <a:cs typeface="B Titr" panose="00000700000000000000" pitchFamily="2" charset="-78"/>
              </a:rPr>
              <a:t>رویکردهای روان کاوی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E130F1-8B21-4447-A783-41F76F091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4" y="4419600"/>
            <a:ext cx="2254173" cy="2438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F627E5-1649-D163-7ED5-A1BB743D0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82" y="-9827"/>
            <a:ext cx="8373036" cy="687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110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8650" y="487925"/>
            <a:ext cx="7886700" cy="1325563"/>
          </a:xfrm>
        </p:spPr>
        <p:txBody>
          <a:bodyPr>
            <a:normAutofit/>
          </a:bodyPr>
          <a:lstStyle/>
          <a:p>
            <a:pPr algn="ctr" rtl="1"/>
            <a:r>
              <a:rPr lang="fa-IR" dirty="0">
                <a:solidFill>
                  <a:srgbClr val="0070C0"/>
                </a:solidFill>
                <a:effectLst/>
                <a:cs typeface="B Titr" panose="00000700000000000000" pitchFamily="2" charset="-78"/>
              </a:rPr>
              <a:t>آلفرد آدلر</a:t>
            </a:r>
            <a:endParaRPr lang="en-US" dirty="0">
              <a:solidFill>
                <a:srgbClr val="0070C0"/>
              </a:solidFill>
              <a:effectLst/>
              <a:cs typeface="B Titr" panose="00000700000000000000" pitchFamily="2" charset="-7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050" y="2096064"/>
            <a:ext cx="9105900" cy="3695136"/>
          </a:xfrm>
        </p:spPr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2400" b="1" dirty="0">
                <a:effectLst/>
                <a:cs typeface="B Mitra" panose="00000400000000000000" pitchFamily="2" charset="-78"/>
              </a:rPr>
              <a:t>رفتارهای نادرست والدین با کودک ( سلطه گری- بی توجهی – نازپروری – لوس کردن و در نتیجه احساس مبالغه آمیز مهم بودن و مشکل در سازگاری با همسالان و روابط اجتماعی)</a:t>
            </a:r>
          </a:p>
          <a:p>
            <a:pPr algn="r" rtl="1">
              <a:lnSpc>
                <a:spcPct val="150000"/>
              </a:lnSpc>
            </a:pPr>
            <a:r>
              <a:rPr lang="fa-IR" sz="2400" b="1" dirty="0">
                <a:effectLst/>
                <a:cs typeface="B Mitra" panose="00000400000000000000" pitchFamily="2" charset="-78"/>
              </a:rPr>
              <a:t>سلطه گری والدین و طغیان گری کودک</a:t>
            </a:r>
          </a:p>
          <a:p>
            <a:pPr algn="r" rtl="1">
              <a:lnSpc>
                <a:spcPct val="150000"/>
              </a:lnSpc>
            </a:pPr>
            <a:r>
              <a:rPr lang="fa-IR" sz="2400" b="1" dirty="0">
                <a:effectLst/>
                <a:cs typeface="B Mitra" panose="00000400000000000000" pitchFamily="2" charset="-78"/>
              </a:rPr>
              <a:t>عیب جویی والدین منجر به سبک زندگی وسواسی در کودک</a:t>
            </a:r>
            <a:endParaRPr lang="en-US" sz="2400" b="1" dirty="0">
              <a:effectLst/>
              <a:cs typeface="B Mitra" panose="00000400000000000000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4C06D-85AA-455E-A90B-A954FA95F428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0F3190-7380-4215-8802-EC3308889738}"/>
              </a:ext>
            </a:extLst>
          </p:cNvPr>
          <p:cNvSpPr txBox="1"/>
          <p:nvPr/>
        </p:nvSpPr>
        <p:spPr>
          <a:xfrm>
            <a:off x="2282007" y="107057"/>
            <a:ext cx="4572000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 rtl="1">
              <a:lnSpc>
                <a:spcPct val="150000"/>
              </a:lnSpc>
              <a:buFont typeface="+mj-lt"/>
              <a:buAutoNum type="arabicPeriod"/>
            </a:pPr>
            <a:r>
              <a:rPr lang="fa-IR" sz="2800" b="1" dirty="0">
                <a:solidFill>
                  <a:srgbClr val="FF0000"/>
                </a:solidFill>
                <a:effectLst/>
                <a:latin typeface="B Nazanin"/>
                <a:cs typeface="B Titr" panose="00000700000000000000" pitchFamily="2" charset="-78"/>
              </a:rPr>
              <a:t>رویکردهای روان کاوی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482C6C-0A82-45DF-A001-F2C005FDE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4191000"/>
            <a:ext cx="2095500" cy="2667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907847" y="418601"/>
            <a:ext cx="7765321" cy="1326321"/>
          </a:xfrm>
        </p:spPr>
        <p:txBody>
          <a:bodyPr>
            <a:normAutofit/>
          </a:bodyPr>
          <a:lstStyle/>
          <a:p>
            <a:pPr algn="ctr" rtl="1"/>
            <a:r>
              <a:rPr lang="fa-IR" dirty="0">
                <a:solidFill>
                  <a:srgbClr val="0070C0"/>
                </a:solidFill>
                <a:effectLst/>
                <a:cs typeface="B Titr" panose="00000700000000000000" pitchFamily="2" charset="-78"/>
              </a:rPr>
              <a:t>اریک اریکسون</a:t>
            </a:r>
            <a:endParaRPr lang="en-US" dirty="0">
              <a:solidFill>
                <a:srgbClr val="0070C0"/>
              </a:solidFill>
              <a:effectLst/>
              <a:cs typeface="B Titr" panose="00000700000000000000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4C06D-85AA-455E-A90B-A954FA95F42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406ECF-06AC-4B74-8C2A-4D899EA4924E}"/>
              </a:ext>
            </a:extLst>
          </p:cNvPr>
          <p:cNvSpPr txBox="1"/>
          <p:nvPr/>
        </p:nvSpPr>
        <p:spPr>
          <a:xfrm>
            <a:off x="4700788" y="76200"/>
            <a:ext cx="4572000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 rtl="1">
              <a:lnSpc>
                <a:spcPct val="150000"/>
              </a:lnSpc>
              <a:buFont typeface="+mj-lt"/>
              <a:buAutoNum type="arabicPeriod"/>
            </a:pPr>
            <a:r>
              <a:rPr lang="fa-IR" sz="2800" b="1" dirty="0">
                <a:solidFill>
                  <a:srgbClr val="FF0000"/>
                </a:solidFill>
                <a:effectLst/>
                <a:latin typeface="B Nazanin"/>
                <a:cs typeface="B Titr" panose="00000700000000000000" pitchFamily="2" charset="-78"/>
              </a:rPr>
              <a:t>رویکردهای روان کاوی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48FADCF-BC1E-9268-5C11-10F48097E99E}"/>
              </a:ext>
            </a:extLst>
          </p:cNvPr>
          <p:cNvSpPr txBox="1">
            <a:spLocks/>
          </p:cNvSpPr>
          <p:nvPr/>
        </p:nvSpPr>
        <p:spPr>
          <a:xfrm>
            <a:off x="-63500" y="1600200"/>
            <a:ext cx="4572000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r" rtl="1" fontAlgn="auto">
              <a:lnSpc>
                <a:spcPct val="200000"/>
              </a:lnSpc>
              <a:spcAft>
                <a:spcPts val="0"/>
              </a:spcAft>
              <a:buClr>
                <a:srgbClr val="002060"/>
              </a:buClr>
              <a:buSzPct val="82000"/>
              <a:buFont typeface="+mj-lt"/>
              <a:buAutoNum type="arabicPeriod" startAt="5"/>
            </a:pPr>
            <a:endParaRPr lang="fa-IR" sz="2400" b="1" dirty="0">
              <a:latin typeface="Arial" pitchFamily="34" charset="0"/>
              <a:cs typeface="B Mitra" panose="00000400000000000000" pitchFamily="2" charset="-78"/>
            </a:endParaRP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F181E86-43BF-6726-857F-F886519A5ADF}"/>
              </a:ext>
            </a:extLst>
          </p:cNvPr>
          <p:cNvSpPr txBox="1">
            <a:spLocks/>
          </p:cNvSpPr>
          <p:nvPr/>
        </p:nvSpPr>
        <p:spPr>
          <a:xfrm>
            <a:off x="3926541" y="1604682"/>
            <a:ext cx="4903694" cy="508952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r" rtl="1" fontAlgn="auto">
              <a:lnSpc>
                <a:spcPct val="200000"/>
              </a:lnSpc>
              <a:spcAft>
                <a:spcPts val="0"/>
              </a:spcAft>
              <a:buClr>
                <a:srgbClr val="002060"/>
              </a:buClr>
              <a:buSzPct val="76000"/>
              <a:buFont typeface="+mj-lt"/>
              <a:buAutoNum type="arabicPeriod"/>
            </a:pPr>
            <a:r>
              <a:rPr lang="fa-IR" sz="2400" dirty="0">
                <a:solidFill>
                  <a:srgbClr val="FF0000"/>
                </a:solidFill>
                <a:cs typeface="B Mitra" panose="00000400000000000000" pitchFamily="2" charset="-78"/>
              </a:rPr>
              <a:t>1</a:t>
            </a:r>
            <a:r>
              <a:rPr lang="fa-IR" sz="2400" b="1" dirty="0">
                <a:solidFill>
                  <a:srgbClr val="FF0000"/>
                </a:solidFill>
                <a:latin typeface="Arial" pitchFamily="34" charset="0"/>
                <a:cs typeface="B Mitra" panose="00000400000000000000" pitchFamily="2" charset="-78"/>
              </a:rPr>
              <a:t>-0 سال: </a:t>
            </a:r>
            <a:r>
              <a:rPr lang="fa-IR" sz="2400" b="1" dirty="0">
                <a:latin typeface="Arial" pitchFamily="34" charset="0"/>
                <a:cs typeface="B Mitra" panose="00000400000000000000" pitchFamily="2" charset="-78"/>
              </a:rPr>
              <a:t>اعتماد بنیادی / بی اعتمادی</a:t>
            </a:r>
          </a:p>
          <a:p>
            <a:pPr marL="514350" indent="-514350" algn="r" rtl="1" fontAlgn="auto">
              <a:lnSpc>
                <a:spcPct val="200000"/>
              </a:lnSpc>
              <a:spcAft>
                <a:spcPts val="0"/>
              </a:spcAft>
              <a:buClr>
                <a:srgbClr val="002060"/>
              </a:buClr>
              <a:buSzPct val="76000"/>
              <a:buFont typeface="+mj-lt"/>
              <a:buAutoNum type="arabicPeriod"/>
            </a:pPr>
            <a:r>
              <a:rPr lang="fa-IR" sz="2400" b="1" dirty="0">
                <a:solidFill>
                  <a:srgbClr val="FF0000"/>
                </a:solidFill>
                <a:latin typeface="Arial" pitchFamily="34" charset="0"/>
                <a:cs typeface="B Mitra" panose="00000400000000000000" pitchFamily="2" charset="-78"/>
              </a:rPr>
              <a:t>3-1 سال: </a:t>
            </a:r>
            <a:r>
              <a:rPr lang="fa-IR" sz="2400" b="1" dirty="0">
                <a:latin typeface="Arial" pitchFamily="34" charset="0"/>
                <a:cs typeface="B Mitra" panose="00000400000000000000" pitchFamily="2" charset="-78"/>
              </a:rPr>
              <a:t>خودمختاری / شرم و تردید</a:t>
            </a:r>
          </a:p>
          <a:p>
            <a:pPr marL="514350" indent="-514350" algn="r" rtl="1" fontAlgn="auto">
              <a:lnSpc>
                <a:spcPct val="200000"/>
              </a:lnSpc>
              <a:spcAft>
                <a:spcPts val="0"/>
              </a:spcAft>
              <a:buClr>
                <a:srgbClr val="002060"/>
              </a:buClr>
              <a:buSzPct val="76000"/>
              <a:buFont typeface="+mj-lt"/>
              <a:buAutoNum type="arabicPeriod"/>
            </a:pPr>
            <a:r>
              <a:rPr lang="fa-IR" sz="2400" b="1" dirty="0">
                <a:solidFill>
                  <a:srgbClr val="FF0000"/>
                </a:solidFill>
                <a:latin typeface="Arial" pitchFamily="34" charset="0"/>
                <a:cs typeface="B Mitra" panose="00000400000000000000" pitchFamily="2" charset="-78"/>
              </a:rPr>
              <a:t>5-3 سال: </a:t>
            </a:r>
            <a:r>
              <a:rPr lang="fa-IR" sz="2400" b="1" dirty="0">
                <a:latin typeface="Arial" pitchFamily="34" charset="0"/>
                <a:cs typeface="B Mitra" panose="00000400000000000000" pitchFamily="2" charset="-78"/>
              </a:rPr>
              <a:t>ابتکار /احساس گناه</a:t>
            </a:r>
          </a:p>
          <a:p>
            <a:pPr marL="514350" indent="-514350" algn="r" rtl="1" fontAlgn="auto">
              <a:lnSpc>
                <a:spcPct val="200000"/>
              </a:lnSpc>
              <a:spcAft>
                <a:spcPts val="0"/>
              </a:spcAft>
              <a:buClr>
                <a:srgbClr val="002060"/>
              </a:buClr>
              <a:buSzPct val="76000"/>
              <a:buFont typeface="+mj-lt"/>
              <a:buAutoNum type="arabicPeriod"/>
            </a:pPr>
            <a:r>
              <a:rPr lang="fa-IR" sz="2400" b="1" dirty="0">
                <a:solidFill>
                  <a:srgbClr val="FF0000"/>
                </a:solidFill>
                <a:latin typeface="Arial" pitchFamily="34" charset="0"/>
                <a:cs typeface="B Mitra" panose="00000400000000000000" pitchFamily="2" charset="-78"/>
              </a:rPr>
              <a:t>11-6 سال: </a:t>
            </a:r>
            <a:r>
              <a:rPr lang="fa-IR" sz="2400" b="1" dirty="0">
                <a:latin typeface="Arial" pitchFamily="34" charset="0"/>
                <a:cs typeface="B Mitra" panose="00000400000000000000" pitchFamily="2" charset="-78"/>
              </a:rPr>
              <a:t>سازندگی /حقارت</a:t>
            </a:r>
            <a:endParaRPr lang="en-US" sz="2400" b="1" dirty="0">
              <a:latin typeface="Arial" pitchFamily="34" charset="0"/>
              <a:cs typeface="B Mitra" panose="00000400000000000000" pitchFamily="2" charset="-78"/>
            </a:endParaRPr>
          </a:p>
          <a:p>
            <a:pPr marL="514350" indent="-514350" algn="r" rtl="1" fontAlgn="auto">
              <a:lnSpc>
                <a:spcPct val="200000"/>
              </a:lnSpc>
              <a:spcAft>
                <a:spcPts val="0"/>
              </a:spcAft>
              <a:buClr>
                <a:srgbClr val="002060"/>
              </a:buClr>
              <a:buSzPct val="82000"/>
              <a:buFont typeface="+mj-lt"/>
              <a:buAutoNum type="arabicPeriod" startAt="5"/>
            </a:pPr>
            <a:r>
              <a:rPr lang="fa-IR" sz="2400" b="1" dirty="0">
                <a:solidFill>
                  <a:srgbClr val="FF0000"/>
                </a:solidFill>
                <a:latin typeface="Arial" pitchFamily="34" charset="0"/>
                <a:cs typeface="B Mitra" panose="00000400000000000000" pitchFamily="2" charset="-78"/>
              </a:rPr>
              <a:t>12-11 سال: </a:t>
            </a:r>
            <a:r>
              <a:rPr lang="fa-IR" sz="2400" b="1" dirty="0">
                <a:latin typeface="Arial" pitchFamily="34" charset="0"/>
                <a:cs typeface="B Mitra" panose="00000400000000000000" pitchFamily="2" charset="-78"/>
              </a:rPr>
              <a:t>هویت/ سردرگمی نقش</a:t>
            </a:r>
          </a:p>
          <a:p>
            <a:pPr marL="514350" indent="-514350" algn="r" rtl="1" fontAlgn="auto">
              <a:lnSpc>
                <a:spcPct val="200000"/>
              </a:lnSpc>
              <a:spcAft>
                <a:spcPts val="0"/>
              </a:spcAft>
              <a:buClr>
                <a:srgbClr val="002060"/>
              </a:buClr>
              <a:buSzPct val="82000"/>
              <a:buFont typeface="+mj-lt"/>
              <a:buAutoNum type="arabicPeriod" startAt="5"/>
            </a:pPr>
            <a:r>
              <a:rPr lang="fa-IR" sz="2400" b="1" dirty="0">
                <a:solidFill>
                  <a:srgbClr val="FF0000"/>
                </a:solidFill>
                <a:latin typeface="Arial" pitchFamily="34" charset="0"/>
                <a:cs typeface="B Mitra" panose="00000400000000000000" pitchFamily="2" charset="-78"/>
              </a:rPr>
              <a:t>40-21 سال: </a:t>
            </a:r>
            <a:r>
              <a:rPr lang="fa-IR" sz="2400" b="1" dirty="0">
                <a:latin typeface="Arial" pitchFamily="34" charset="0"/>
                <a:cs typeface="B Mitra" panose="00000400000000000000" pitchFamily="2" charset="-78"/>
              </a:rPr>
              <a:t>صمیمیت/ انزوا</a:t>
            </a:r>
          </a:p>
          <a:p>
            <a:pPr marL="514350" indent="-514350" algn="r" rtl="1" fontAlgn="auto">
              <a:lnSpc>
                <a:spcPct val="200000"/>
              </a:lnSpc>
              <a:spcAft>
                <a:spcPts val="0"/>
              </a:spcAft>
              <a:buClr>
                <a:srgbClr val="002060"/>
              </a:buClr>
              <a:buSzPct val="82000"/>
              <a:buFont typeface="+mj-lt"/>
              <a:buAutoNum type="arabicPeriod" startAt="5"/>
            </a:pPr>
            <a:r>
              <a:rPr lang="fa-IR" sz="2400" b="1" dirty="0">
                <a:solidFill>
                  <a:srgbClr val="FF0000"/>
                </a:solidFill>
                <a:latin typeface="Arial" pitchFamily="34" charset="0"/>
                <a:cs typeface="B Mitra" panose="00000400000000000000" pitchFamily="2" charset="-78"/>
              </a:rPr>
              <a:t>65-40 سال: </a:t>
            </a:r>
            <a:r>
              <a:rPr lang="fa-IR" sz="2400" b="1" dirty="0">
                <a:latin typeface="Arial" pitchFamily="34" charset="0"/>
                <a:cs typeface="B Mitra" panose="00000400000000000000" pitchFamily="2" charset="-78"/>
              </a:rPr>
              <a:t>مولد / بی حاصلی</a:t>
            </a:r>
          </a:p>
          <a:p>
            <a:pPr marL="514350" indent="-514350" algn="r" rtl="1" fontAlgn="auto">
              <a:lnSpc>
                <a:spcPct val="200000"/>
              </a:lnSpc>
              <a:spcAft>
                <a:spcPts val="0"/>
              </a:spcAft>
              <a:buClr>
                <a:srgbClr val="002060"/>
              </a:buClr>
              <a:buSzPct val="82000"/>
              <a:buFont typeface="+mj-lt"/>
              <a:buAutoNum type="arabicPeriod" startAt="5"/>
            </a:pPr>
            <a:r>
              <a:rPr lang="fa-IR" sz="2400" b="1" dirty="0">
                <a:solidFill>
                  <a:srgbClr val="FF0000"/>
                </a:solidFill>
                <a:latin typeface="Arial" pitchFamily="34" charset="0"/>
                <a:cs typeface="B Mitra" panose="00000400000000000000" pitchFamily="2" charset="-78"/>
              </a:rPr>
              <a:t>بالای 65 سال: </a:t>
            </a:r>
            <a:r>
              <a:rPr lang="fa-IR" sz="2400" b="1" dirty="0">
                <a:latin typeface="Arial" pitchFamily="34" charset="0"/>
                <a:cs typeface="B Mitra" panose="00000400000000000000" pitchFamily="2" charset="-78"/>
              </a:rPr>
              <a:t>احساس کمال/ناامیدی</a:t>
            </a:r>
          </a:p>
          <a:p>
            <a:pPr marL="514350" indent="-514350" algn="r" rtl="1" fontAlgn="auto">
              <a:lnSpc>
                <a:spcPct val="200000"/>
              </a:lnSpc>
              <a:spcAft>
                <a:spcPts val="0"/>
              </a:spcAft>
              <a:buClr>
                <a:srgbClr val="002060"/>
              </a:buClr>
              <a:buSzPct val="76000"/>
              <a:buFont typeface="+mj-lt"/>
              <a:buAutoNum type="arabicPeriod"/>
            </a:pPr>
            <a:endParaRPr lang="fa-IR" sz="2400" b="1" dirty="0">
              <a:latin typeface="Arial" pitchFamily="34" charset="0"/>
              <a:cs typeface="B Mitra" panose="00000400000000000000" pitchFamily="2" charset="-78"/>
            </a:endParaRPr>
          </a:p>
          <a:p>
            <a:pPr marL="514350" indent="-514350" algn="r" rtl="1" fontAlgn="auto">
              <a:lnSpc>
                <a:spcPct val="200000"/>
              </a:lnSpc>
              <a:spcAft>
                <a:spcPts val="0"/>
              </a:spcAft>
              <a:buClr>
                <a:srgbClr val="002060"/>
              </a:buClr>
              <a:buSzPct val="76000"/>
              <a:buFont typeface="+mj-lt"/>
              <a:buAutoNum type="arabicPeriod"/>
            </a:pPr>
            <a:endParaRPr lang="fa-IR" sz="2400" b="1" dirty="0">
              <a:latin typeface="Arial" pitchFamily="34" charset="0"/>
              <a:cs typeface="B Mitra" panose="00000400000000000000" pitchFamily="2" charset="-78"/>
            </a:endParaRPr>
          </a:p>
          <a:p>
            <a:pPr marL="514350" indent="-514350" algn="r" rtl="1" fontAlgn="auto">
              <a:lnSpc>
                <a:spcPct val="200000"/>
              </a:lnSpc>
              <a:spcAft>
                <a:spcPts val="0"/>
              </a:spcAft>
              <a:buClr>
                <a:srgbClr val="002060"/>
              </a:buClr>
              <a:buSzPct val="76000"/>
              <a:buFont typeface="+mj-lt"/>
              <a:buAutoNum type="arabicPeriod"/>
            </a:pPr>
            <a:endParaRPr lang="fa-IR" sz="2400" b="1" dirty="0">
              <a:latin typeface="Arial" pitchFamily="34" charset="0"/>
              <a:cs typeface="B Mitra" panose="00000400000000000000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5AC555-9314-B8C7-2FB6-5D0FB17A8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5176"/>
            <a:ext cx="4078941" cy="68731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66BC9FE-B4A9-5DFD-8095-41EA370697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503"/>
          <a:stretch/>
        </p:blipFill>
        <p:spPr>
          <a:xfrm>
            <a:off x="0" y="3812778"/>
            <a:ext cx="2366682" cy="30452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73835"/>
            <a:ext cx="7886700" cy="1325563"/>
          </a:xfrm>
        </p:spPr>
        <p:txBody>
          <a:bodyPr>
            <a:normAutofit/>
          </a:bodyPr>
          <a:lstStyle/>
          <a:p>
            <a:pPr algn="ctr" rtl="1"/>
            <a:r>
              <a:rPr lang="fa-IR" dirty="0">
                <a:solidFill>
                  <a:srgbClr val="0070C0"/>
                </a:solidFill>
                <a:effectLst/>
                <a:cs typeface="B Titr" panose="00000700000000000000" pitchFamily="2" charset="-78"/>
              </a:rPr>
              <a:t>کارن </a:t>
            </a:r>
            <a:r>
              <a:rPr lang="fa-IR" dirty="0" err="1">
                <a:solidFill>
                  <a:srgbClr val="0070C0"/>
                </a:solidFill>
                <a:effectLst/>
                <a:cs typeface="B Titr" panose="00000700000000000000" pitchFamily="2" charset="-78"/>
              </a:rPr>
              <a:t>هورنای</a:t>
            </a:r>
            <a:endParaRPr lang="en-US" dirty="0">
              <a:solidFill>
                <a:srgbClr val="0070C0"/>
              </a:solidFill>
              <a:effectLst/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1529" y="1649051"/>
            <a:ext cx="6992470" cy="4922079"/>
          </a:xfrm>
        </p:spPr>
        <p:txBody>
          <a:bodyPr>
            <a:normAutofit/>
          </a:bodyPr>
          <a:lstStyle/>
          <a:p>
            <a:pPr marL="514350" indent="-51435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2400" b="1" dirty="0">
                <a:effectLst/>
                <a:latin typeface="B Nazanin"/>
                <a:cs typeface="B Mitra" panose="00000400000000000000" pitchFamily="2" charset="-78"/>
              </a:rPr>
              <a:t>صفات شخصیتی ماحصل تعامل بین انسان و محیط</a:t>
            </a:r>
          </a:p>
          <a:p>
            <a:pPr marL="514350" indent="-51435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2400" b="1" dirty="0">
                <a:latin typeface="B Nazanin"/>
                <a:cs typeface="B Mitra" panose="00000400000000000000" pitchFamily="2" charset="-78"/>
              </a:rPr>
              <a:t>اساس اختلالات روانی، اضطراب بنیادی</a:t>
            </a:r>
          </a:p>
          <a:p>
            <a:pPr marL="514350" indent="-51435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2400" b="1" dirty="0">
                <a:effectLst/>
                <a:latin typeface="B Nazanin"/>
                <a:cs typeface="B Mitra" panose="00000400000000000000" pitchFamily="2" charset="-78"/>
              </a:rPr>
              <a:t>اضطر</a:t>
            </a:r>
            <a:r>
              <a:rPr lang="fa-IR" sz="2400" b="1" dirty="0">
                <a:latin typeface="B Nazanin"/>
                <a:cs typeface="B Mitra" panose="00000400000000000000" pitchFamily="2" charset="-78"/>
              </a:rPr>
              <a:t>اب بنیادی: احساس </a:t>
            </a:r>
            <a:r>
              <a:rPr lang="fa-IR" sz="2400" b="1" dirty="0" err="1">
                <a:latin typeface="B Nazanin"/>
                <a:cs typeface="B Mitra" panose="00000400000000000000" pitchFamily="2" charset="-78"/>
              </a:rPr>
              <a:t>بیچاریگی</a:t>
            </a:r>
            <a:r>
              <a:rPr lang="fa-IR" sz="2400" b="1" dirty="0">
                <a:latin typeface="B Nazanin"/>
                <a:cs typeface="B Mitra" panose="00000400000000000000" pitchFamily="2" charset="-78"/>
              </a:rPr>
              <a:t>، ناتوانی و عجز کودک در برابر محیط بسیار خطرناک</a:t>
            </a:r>
          </a:p>
          <a:p>
            <a:pPr marL="514350" indent="-51435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2400" b="1" dirty="0">
                <a:effectLst/>
                <a:latin typeface="B Nazanin"/>
                <a:cs typeface="B Mitra" panose="00000400000000000000" pitchFamily="2" charset="-78"/>
              </a:rPr>
              <a:t>علت اضطراب بنیادی: فقدان شرایط صمیمانه و محبت آمیز در خانواده</a:t>
            </a:r>
          </a:p>
          <a:p>
            <a:pPr marL="514350" indent="-514350" algn="r" rtl="1">
              <a:lnSpc>
                <a:spcPct val="150000"/>
              </a:lnSpc>
              <a:buFont typeface="Wingdings" pitchFamily="2" charset="2"/>
              <a:buChar char="ü"/>
            </a:pPr>
            <a:r>
              <a:rPr lang="fa-IR" sz="2400" b="1" dirty="0">
                <a:latin typeface="B Nazanin"/>
                <a:cs typeface="B Mitra" panose="00000400000000000000" pitchFamily="2" charset="-78"/>
              </a:rPr>
              <a:t>بیمار روانی تلاش بسیار زیاد و افراطی و نامتعادل برای برطرف کردن اضطراب بنیادی </a:t>
            </a:r>
            <a:endParaRPr lang="en-US" sz="2400" b="1" dirty="0">
              <a:effectLst/>
              <a:latin typeface="B Nazanin"/>
              <a:cs typeface="B Mitra" panose="000004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B48CC2-3588-400C-B48D-9A1E70575AC5}"/>
              </a:ext>
            </a:extLst>
          </p:cNvPr>
          <p:cNvSpPr txBox="1"/>
          <p:nvPr/>
        </p:nvSpPr>
        <p:spPr>
          <a:xfrm>
            <a:off x="2282007" y="107057"/>
            <a:ext cx="4572000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 rtl="1">
              <a:lnSpc>
                <a:spcPct val="150000"/>
              </a:lnSpc>
              <a:buFont typeface="+mj-lt"/>
              <a:buAutoNum type="arabicPeriod"/>
            </a:pPr>
            <a:r>
              <a:rPr lang="fa-IR" sz="2800" b="1" dirty="0">
                <a:solidFill>
                  <a:srgbClr val="FF0000"/>
                </a:solidFill>
                <a:effectLst/>
                <a:latin typeface="B Nazanin"/>
                <a:cs typeface="B Titr" panose="00000700000000000000" pitchFamily="2" charset="-78"/>
              </a:rPr>
              <a:t>رویکردهای روان کاوی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73835"/>
            <a:ext cx="7886700" cy="1325563"/>
          </a:xfrm>
        </p:spPr>
        <p:txBody>
          <a:bodyPr>
            <a:normAutofit/>
          </a:bodyPr>
          <a:lstStyle/>
          <a:p>
            <a:pPr algn="ctr" rtl="1"/>
            <a:r>
              <a:rPr lang="fa-IR" dirty="0">
                <a:solidFill>
                  <a:srgbClr val="0070C0"/>
                </a:solidFill>
                <a:effectLst/>
                <a:cs typeface="B Titr" panose="00000700000000000000" pitchFamily="2" charset="-78"/>
              </a:rPr>
              <a:t>هری استاک سالیوان</a:t>
            </a:r>
            <a:endParaRPr lang="en-US" dirty="0">
              <a:solidFill>
                <a:srgbClr val="0070C0"/>
              </a:solidFill>
              <a:effectLst/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35922"/>
            <a:ext cx="9144000" cy="3855278"/>
          </a:xfrm>
        </p:spPr>
        <p:txBody>
          <a:bodyPr>
            <a:normAutofit/>
          </a:bodyPr>
          <a:lstStyle/>
          <a:p>
            <a:pPr marL="514350" indent="-514350" algn="r" rtl="1">
              <a:lnSpc>
                <a:spcPct val="150000"/>
              </a:lnSpc>
            </a:pPr>
            <a:r>
              <a:rPr lang="fa-IR" sz="2600" b="1" dirty="0">
                <a:effectLst/>
                <a:latin typeface="B Nazanin"/>
                <a:cs typeface="B Mitra" panose="00000400000000000000" pitchFamily="2" charset="-78"/>
              </a:rPr>
              <a:t>تاکید بر نقش روابط بین فردی در تشکیل خودپنداری</a:t>
            </a:r>
          </a:p>
          <a:p>
            <a:pPr marL="514350" indent="-514350" algn="r" rtl="1">
              <a:lnSpc>
                <a:spcPct val="150000"/>
              </a:lnSpc>
            </a:pPr>
            <a:r>
              <a:rPr lang="fa-IR" sz="2600" b="1" dirty="0">
                <a:effectLst/>
                <a:latin typeface="B Nazanin"/>
                <a:cs typeface="B Mitra" panose="00000400000000000000" pitchFamily="2" charset="-78"/>
              </a:rPr>
              <a:t>خودپنداری منفی در اثر ارتباط نامناسب با دیگران  منجر به اختلالات روانی</a:t>
            </a:r>
          </a:p>
          <a:p>
            <a:pPr marL="514350" indent="-514350" algn="r" rtl="1">
              <a:buFont typeface="Wingdings" pitchFamily="2" charset="2"/>
              <a:buChar char="ü"/>
            </a:pPr>
            <a:endParaRPr lang="en-US" sz="2600" b="1" dirty="0">
              <a:effectLst/>
              <a:latin typeface="B Nazanin"/>
              <a:cs typeface="B Mitra" panose="00000400000000000000" pitchFamily="2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4C06D-85AA-455E-A90B-A954FA95F428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B48CC2-3588-400C-B48D-9A1E70575AC5}"/>
              </a:ext>
            </a:extLst>
          </p:cNvPr>
          <p:cNvSpPr txBox="1"/>
          <p:nvPr/>
        </p:nvSpPr>
        <p:spPr>
          <a:xfrm>
            <a:off x="2282007" y="107057"/>
            <a:ext cx="4572000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 rtl="1">
              <a:lnSpc>
                <a:spcPct val="150000"/>
              </a:lnSpc>
              <a:buFont typeface="+mj-lt"/>
              <a:buAutoNum type="arabicPeriod"/>
            </a:pPr>
            <a:r>
              <a:rPr lang="fa-IR" sz="2800" b="1" dirty="0">
                <a:solidFill>
                  <a:srgbClr val="FF0000"/>
                </a:solidFill>
                <a:effectLst/>
                <a:latin typeface="B Nazanin"/>
                <a:cs typeface="B Titr" panose="00000700000000000000" pitchFamily="2" charset="-78"/>
              </a:rPr>
              <a:t>رویکردهای روان کاوی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B4AA85-CE03-4392-8A0F-27105FC19A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43"/>
          <a:stretch/>
        </p:blipFill>
        <p:spPr>
          <a:xfrm>
            <a:off x="6854006" y="4114800"/>
            <a:ext cx="2289993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40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077" y="0"/>
            <a:ext cx="8229600" cy="1143000"/>
          </a:xfrm>
        </p:spPr>
        <p:txBody>
          <a:bodyPr>
            <a:normAutofit/>
          </a:bodyPr>
          <a:lstStyle/>
          <a:p>
            <a:pPr algn="ctr" rtl="1"/>
            <a:r>
              <a:rPr lang="fa-IR" sz="3600" dirty="0">
                <a:solidFill>
                  <a:srgbClr val="FF0000"/>
                </a:solidFill>
                <a:effectLst/>
                <a:latin typeface="B Nazanin"/>
                <a:ea typeface="+mn-ea"/>
                <a:cs typeface="B Titr" panose="00000700000000000000" pitchFamily="2" charset="-78"/>
              </a:rPr>
              <a:t>2. رویکردهای</a:t>
            </a:r>
            <a:r>
              <a:rPr lang="fa-IR" sz="4800" b="1" dirty="0">
                <a:solidFill>
                  <a:schemeClr val="tx1"/>
                </a:solidFill>
                <a:latin typeface="B Nazanin"/>
                <a:cs typeface="B Titr" panose="00000700000000000000" pitchFamily="2" charset="-78"/>
              </a:rPr>
              <a:t> </a:t>
            </a:r>
            <a:r>
              <a:rPr lang="fa-IR" sz="3600" dirty="0">
                <a:solidFill>
                  <a:srgbClr val="FF0000"/>
                </a:solidFill>
                <a:effectLst/>
                <a:latin typeface="B Nazanin"/>
                <a:ea typeface="+mn-ea"/>
                <a:cs typeface="B Titr" panose="00000700000000000000" pitchFamily="2" charset="-78"/>
              </a:rPr>
              <a:t>انسان</a:t>
            </a:r>
            <a:r>
              <a:rPr lang="fa-IR" sz="4800" b="1" dirty="0">
                <a:solidFill>
                  <a:schemeClr val="tx1"/>
                </a:solidFill>
                <a:latin typeface="B Nazanin"/>
                <a:cs typeface="B Titr" panose="00000700000000000000" pitchFamily="2" charset="-78"/>
              </a:rPr>
              <a:t> </a:t>
            </a:r>
            <a:r>
              <a:rPr lang="fa-IR" sz="3600" dirty="0">
                <a:solidFill>
                  <a:srgbClr val="FF0000"/>
                </a:solidFill>
                <a:effectLst/>
                <a:latin typeface="B Nazanin"/>
                <a:ea typeface="+mn-ea"/>
                <a:cs typeface="B Titr" panose="00000700000000000000" pitchFamily="2" charset="-78"/>
              </a:rPr>
              <a:t>گرایی</a:t>
            </a:r>
            <a:endParaRPr lang="en-US" sz="3600" dirty="0">
              <a:solidFill>
                <a:srgbClr val="FF0000"/>
              </a:solidFill>
              <a:effectLst/>
              <a:latin typeface="B Nazanin"/>
              <a:ea typeface="+mn-ea"/>
              <a:cs typeface="B Titr" panose="00000700000000000000" pitchFamily="2" charset="-78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4953000"/>
          </a:xfrm>
        </p:spPr>
        <p:txBody>
          <a:bodyPr/>
          <a:lstStyle/>
          <a:p>
            <a:pPr algn="ctr" rtl="1">
              <a:lnSpc>
                <a:spcPct val="200000"/>
              </a:lnSpc>
            </a:pPr>
            <a:r>
              <a:rPr lang="fa-IR" b="1" dirty="0">
                <a:solidFill>
                  <a:srgbClr val="FF0000"/>
                </a:solidFill>
                <a:cs typeface="B Titr" panose="00000700000000000000" pitchFamily="2" charset="-78"/>
              </a:rPr>
              <a:t>مازلو: </a:t>
            </a:r>
            <a:r>
              <a:rPr lang="fa-IR" sz="2400" b="1" dirty="0">
                <a:cs typeface="B Mitra" panose="00000400000000000000" pitchFamily="2" charset="-78"/>
              </a:rPr>
              <a:t>عدم ارضاء به موقع نیازها ، فرد را در معرض ابتلا به اختلالات روانی قرار می دهد</a:t>
            </a:r>
          </a:p>
          <a:p>
            <a:pPr marL="0" indent="0" algn="r" rtl="1">
              <a:lnSpc>
                <a:spcPct val="200000"/>
              </a:lnSpc>
              <a:buNone/>
            </a:pPr>
            <a:endParaRPr lang="fa-IR" dirty="0"/>
          </a:p>
          <a:p>
            <a:pPr algn="justLow" rtl="1">
              <a:lnSpc>
                <a:spcPct val="200000"/>
              </a:lnSpc>
            </a:pPr>
            <a:r>
              <a:rPr lang="fa-IR" b="1" dirty="0">
                <a:solidFill>
                  <a:srgbClr val="FF0000"/>
                </a:solidFill>
                <a:cs typeface="B Titr" panose="00000700000000000000" pitchFamily="2" charset="-78"/>
              </a:rPr>
              <a:t>راجرز: </a:t>
            </a:r>
            <a:r>
              <a:rPr lang="fa-IR" sz="2400" b="1" dirty="0">
                <a:cs typeface="B Mitra" panose="00000400000000000000" pitchFamily="2" charset="-78"/>
              </a:rPr>
              <a:t>اگر والدین برای محبت و توجه به کودک شرط بگذارند،در کودک خوپنداره ناسالم رشد می کند</a:t>
            </a:r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4C06D-85AA-455E-A90B-A954FA95F428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139" y="0"/>
            <a:ext cx="7765321" cy="1326321"/>
          </a:xfrm>
        </p:spPr>
        <p:txBody>
          <a:bodyPr>
            <a:normAutofit/>
          </a:bodyPr>
          <a:lstStyle/>
          <a:p>
            <a:pPr algn="ctr" rtl="1"/>
            <a:r>
              <a:rPr lang="fa-IR" sz="3600" dirty="0">
                <a:solidFill>
                  <a:srgbClr val="FF0000"/>
                </a:solidFill>
                <a:effectLst/>
                <a:latin typeface="B Nazanin"/>
                <a:ea typeface="+mn-ea"/>
                <a:cs typeface="B Titr" panose="00000700000000000000" pitchFamily="2" charset="-78"/>
              </a:rPr>
              <a:t>3. رویکرد های رفتار گرایی</a:t>
            </a:r>
            <a:endParaRPr lang="en-US" sz="3600" dirty="0">
              <a:solidFill>
                <a:srgbClr val="FF0000"/>
              </a:solidFill>
              <a:effectLst/>
              <a:latin typeface="B Nazanin"/>
              <a:ea typeface="+mn-ea"/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81432"/>
            <a:ext cx="9144000" cy="4158968"/>
          </a:xfrm>
        </p:spPr>
        <p:txBody>
          <a:bodyPr>
            <a:normAutofit/>
          </a:bodyPr>
          <a:lstStyle/>
          <a:p>
            <a:pPr marL="514350" indent="-514350" algn="just" rtl="1">
              <a:lnSpc>
                <a:spcPct val="200000"/>
              </a:lnSpc>
            </a:pPr>
            <a:r>
              <a:rPr lang="fa-IR" sz="2800" b="1" dirty="0">
                <a:effectLst/>
                <a:latin typeface="B Nazanin"/>
                <a:cs typeface="B Mitra" panose="00000400000000000000" pitchFamily="2" charset="-78"/>
              </a:rPr>
              <a:t>اختلالات روانی از تعارضات درونی منشا نمی گیرند</a:t>
            </a:r>
          </a:p>
          <a:p>
            <a:pPr marL="514350" indent="-514350" algn="just" rtl="1">
              <a:lnSpc>
                <a:spcPct val="200000"/>
              </a:lnSpc>
            </a:pPr>
            <a:r>
              <a:rPr lang="fa-IR" sz="2800" b="1" dirty="0">
                <a:effectLst/>
                <a:latin typeface="B Nazanin"/>
                <a:cs typeface="B Mitra" panose="00000400000000000000" pitchFamily="2" charset="-78"/>
              </a:rPr>
              <a:t>مانند رفتارهای درست از یادگیری ناشی می شوند</a:t>
            </a:r>
          </a:p>
          <a:p>
            <a:pPr marL="514350" indent="-514350" algn="just" rtl="1">
              <a:lnSpc>
                <a:spcPct val="200000"/>
              </a:lnSpc>
            </a:pPr>
            <a:r>
              <a:rPr lang="fa-IR" sz="2800" b="1" dirty="0">
                <a:effectLst/>
                <a:latin typeface="B Nazanin"/>
                <a:cs typeface="B Mitra" panose="00000400000000000000" pitchFamily="2" charset="-78"/>
              </a:rPr>
              <a:t>اختلالات روانی نتیجه آموخته ها و عادت های نادرست است</a:t>
            </a:r>
          </a:p>
          <a:p>
            <a:pPr marL="514350" indent="-514350" algn="just" rtl="1">
              <a:lnSpc>
                <a:spcPct val="200000"/>
              </a:lnSpc>
            </a:pPr>
            <a:r>
              <a:rPr lang="fa-IR" sz="2800" b="1" dirty="0">
                <a:effectLst/>
                <a:latin typeface="B Nazanin"/>
                <a:cs typeface="B Mitra" panose="00000400000000000000" pitchFamily="2" charset="-78"/>
              </a:rPr>
              <a:t>برای درمان اختلالات روانی ، رفتار درمانی را پیشنهاد می کنند</a:t>
            </a:r>
          </a:p>
          <a:p>
            <a:pPr marL="514350" indent="-514350" algn="just" rtl="1">
              <a:lnSpc>
                <a:spcPct val="200000"/>
              </a:lnSpc>
              <a:buFont typeface="+mj-lt"/>
              <a:buAutoNum type="alphaUcPeriod"/>
            </a:pPr>
            <a:endParaRPr lang="en-US" sz="2800" b="1" dirty="0">
              <a:effectLst/>
              <a:latin typeface="B Nazanin"/>
              <a:cs typeface="B Mitra" panose="00000400000000000000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4C06D-85AA-455E-A90B-A954FA95F428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13139" y="60545"/>
            <a:ext cx="7765321" cy="1326321"/>
          </a:xfrm>
        </p:spPr>
        <p:txBody>
          <a:bodyPr>
            <a:normAutofit/>
          </a:bodyPr>
          <a:lstStyle/>
          <a:p>
            <a:pPr algn="ctr" rtl="1"/>
            <a:r>
              <a:rPr lang="fa-IR" sz="3600" dirty="0">
                <a:solidFill>
                  <a:srgbClr val="FF0000"/>
                </a:solidFill>
                <a:effectLst/>
                <a:latin typeface="B Nazanin"/>
                <a:ea typeface="+mn-ea"/>
                <a:cs typeface="B Titr" panose="00000700000000000000" pitchFamily="2" charset="-78"/>
              </a:rPr>
              <a:t>4. رویکردهای شناختی</a:t>
            </a:r>
            <a:endParaRPr lang="en-US" sz="3600" dirty="0">
              <a:solidFill>
                <a:srgbClr val="FF0000"/>
              </a:solidFill>
              <a:effectLst/>
              <a:latin typeface="B Nazanin"/>
              <a:ea typeface="+mn-ea"/>
              <a:cs typeface="B Titr" panose="00000700000000000000" pitchFamily="2" charset="-7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031266"/>
            <a:ext cx="9144000" cy="4496410"/>
          </a:xfrm>
        </p:spPr>
        <p:txBody>
          <a:bodyPr>
            <a:noAutofit/>
          </a:bodyPr>
          <a:lstStyle/>
          <a:p>
            <a:pPr algn="just" rtl="1">
              <a:lnSpc>
                <a:spcPct val="200000"/>
              </a:lnSpc>
            </a:pPr>
            <a:r>
              <a:rPr lang="fa-IR" sz="2800" b="1" dirty="0">
                <a:effectLst/>
                <a:latin typeface="B Nazanin"/>
                <a:cs typeface="B Mitra" panose="00000400000000000000" pitchFamily="2" charset="-78"/>
              </a:rPr>
              <a:t>بر خلاف رفتار گرایی ، علت اختلالات روانی ،رویدادهای ذهنی است</a:t>
            </a:r>
          </a:p>
          <a:p>
            <a:pPr algn="just" rtl="1">
              <a:lnSpc>
                <a:spcPct val="200000"/>
              </a:lnSpc>
            </a:pPr>
            <a:r>
              <a:rPr lang="fa-IR" sz="2800" b="1" dirty="0">
                <a:effectLst/>
                <a:latin typeface="B Nazanin"/>
                <a:cs typeface="B Mitra" panose="00000400000000000000" pitchFamily="2" charset="-78"/>
              </a:rPr>
              <a:t>مثلا علت افسردگی یک فرد ، نحوه تفکر او در مورد خود و دنیاست</a:t>
            </a:r>
          </a:p>
          <a:p>
            <a:pPr algn="just" rtl="1">
              <a:lnSpc>
                <a:spcPct val="200000"/>
              </a:lnSpc>
            </a:pPr>
            <a:r>
              <a:rPr lang="fa-IR" sz="2800" b="1" dirty="0">
                <a:effectLst/>
                <a:latin typeface="B Nazanin"/>
                <a:cs typeface="B Mitra" panose="00000400000000000000" pitchFamily="2" charset="-78"/>
              </a:rPr>
              <a:t> ارائه  مدل تریاد شناختی افسردگی توسط آئورن بک</a:t>
            </a:r>
          </a:p>
          <a:p>
            <a:pPr algn="just" rtl="1">
              <a:lnSpc>
                <a:spcPct val="200000"/>
              </a:lnSpc>
              <a:buFontTx/>
              <a:buChar char="-"/>
            </a:pPr>
            <a:r>
              <a:rPr lang="fa-IR" sz="2800" b="1" dirty="0">
                <a:solidFill>
                  <a:srgbClr val="FF0000"/>
                </a:solidFill>
                <a:effectLst/>
                <a:latin typeface="B Nazanin"/>
                <a:cs typeface="B Mitra" panose="00000400000000000000" pitchFamily="2" charset="-78"/>
              </a:rPr>
              <a:t>برداشت منفی از خود</a:t>
            </a:r>
          </a:p>
          <a:p>
            <a:pPr algn="just" rtl="1">
              <a:lnSpc>
                <a:spcPct val="200000"/>
              </a:lnSpc>
              <a:buFontTx/>
              <a:buChar char="-"/>
            </a:pPr>
            <a:r>
              <a:rPr lang="fa-IR" sz="2800" b="1" dirty="0">
                <a:solidFill>
                  <a:srgbClr val="FF0000"/>
                </a:solidFill>
                <a:effectLst/>
                <a:latin typeface="B Nazanin"/>
                <a:cs typeface="B Mitra" panose="00000400000000000000" pitchFamily="2" charset="-78"/>
              </a:rPr>
              <a:t>تعبیر منفی تجربه ها</a:t>
            </a:r>
          </a:p>
          <a:p>
            <a:pPr algn="just" rtl="1">
              <a:lnSpc>
                <a:spcPct val="200000"/>
              </a:lnSpc>
              <a:buFontTx/>
              <a:buChar char="-"/>
            </a:pPr>
            <a:r>
              <a:rPr lang="fa-IR" sz="2800" b="1" dirty="0">
                <a:solidFill>
                  <a:srgbClr val="FF0000"/>
                </a:solidFill>
                <a:effectLst/>
                <a:latin typeface="B Nazanin"/>
                <a:cs typeface="B Mitra" panose="00000400000000000000" pitchFamily="2" charset="-78"/>
              </a:rPr>
              <a:t>انتظار منفی از آینده</a:t>
            </a:r>
            <a:endParaRPr lang="en-US" sz="2800" b="1" dirty="0">
              <a:solidFill>
                <a:srgbClr val="FF0000"/>
              </a:solidFill>
              <a:effectLst/>
              <a:latin typeface="B Nazanin"/>
              <a:cs typeface="B Mitra" panose="00000400000000000000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4C06D-85AA-455E-A90B-A954FA95F428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23042"/>
      </a:accent1>
      <a:accent2>
        <a:srgbClr val="3578AF"/>
      </a:accent2>
      <a:accent3>
        <a:srgbClr val="C4C4C4"/>
      </a:accent3>
      <a:accent4>
        <a:srgbClr val="A80B22"/>
      </a:accent4>
      <a:accent5>
        <a:srgbClr val="E2E2E2"/>
      </a:accent5>
      <a:accent6>
        <a:srgbClr val="2A6187"/>
      </a:accent6>
      <a:hlink>
        <a:srgbClr val="0563C1"/>
      </a:hlink>
      <a:folHlink>
        <a:srgbClr val="954F72"/>
      </a:folHlink>
    </a:clrScheme>
    <a:fontScheme name="Custom 8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ewish American Heritage Month_Win32_JC_SL_v3" id="{5A91364D-DD38-4994-BB9C-41D074FD197A}" vid="{8577DF34-D72C-48EB-902A-0A54C766E053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EE2DFF-920A-42C9-AEE0-3A0BF6AF46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F283A3-AA81-4663-8764-64F64C723FD1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15C1F8C-D27A-4CE7-9DF4-4AFDB2880FA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Jewish American Heritage Month presentation</Template>
  <TotalTime>262</TotalTime>
  <Words>1533</Words>
  <Application>Microsoft Office PowerPoint</Application>
  <PresentationFormat>On-screen Show (4:3)</PresentationFormat>
  <Paragraphs>273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51" baseType="lpstr">
      <vt:lpstr>Arial</vt:lpstr>
      <vt:lpstr>B Mitra</vt:lpstr>
      <vt:lpstr>B Nazanin</vt:lpstr>
      <vt:lpstr>B Tehran</vt:lpstr>
      <vt:lpstr>B Titr</vt:lpstr>
      <vt:lpstr>Bahnschrift SemiBold Condensed</vt:lpstr>
      <vt:lpstr>Calibri</vt:lpstr>
      <vt:lpstr>Calibri Light</vt:lpstr>
      <vt:lpstr>Courier New</vt:lpstr>
      <vt:lpstr>Segoe UI</vt:lpstr>
      <vt:lpstr>The Hand Black</vt:lpstr>
      <vt:lpstr>Wingdings</vt:lpstr>
      <vt:lpstr>Office Theme</vt:lpstr>
      <vt:lpstr>1_Office Theme</vt:lpstr>
      <vt:lpstr>PowerPoint Presentation</vt:lpstr>
      <vt:lpstr>PowerPoint Presentation</vt:lpstr>
      <vt:lpstr>فرضیه های قدیمی مطرح شده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الگوی زیستی</vt:lpstr>
      <vt:lpstr>PowerPoint Presentation</vt:lpstr>
      <vt:lpstr>PowerPoint Presentation</vt:lpstr>
      <vt:lpstr>الگوی زیستی</vt:lpstr>
      <vt:lpstr>PowerPoint Presentation</vt:lpstr>
      <vt:lpstr>PowerPoint Presentation</vt:lpstr>
      <vt:lpstr>PowerPoint Presentation</vt:lpstr>
      <vt:lpstr>PowerPoint Presentation</vt:lpstr>
      <vt:lpstr>الگوی زیستی فاکتورهای بیولوژیکی  2. اختلال در کارکرد سیستم عصبی 3.ناهنجاریهای ساختمانی سیستم  عصبی</vt:lpstr>
      <vt:lpstr>PowerPoint Presentation</vt:lpstr>
      <vt:lpstr>الگوی زیستی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زیگموند فروید</vt:lpstr>
      <vt:lpstr>PowerPoint Presentation</vt:lpstr>
      <vt:lpstr>آلفرد آدلر</vt:lpstr>
      <vt:lpstr>اریک اریکسون</vt:lpstr>
      <vt:lpstr>کارن هورنای</vt:lpstr>
      <vt:lpstr>هری استاک سالیوان</vt:lpstr>
      <vt:lpstr>2. رویکردهای انسان گرایی</vt:lpstr>
      <vt:lpstr>3. رویکرد های رفتار گرایی</vt:lpstr>
      <vt:lpstr>4. رویکردهای شناختی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Nima Sadeghzadeh</dc:creator>
  <cp:keywords/>
  <dc:description/>
  <cp:lastModifiedBy>Nima Sadeghzadeh</cp:lastModifiedBy>
  <cp:revision>63</cp:revision>
  <dcterms:created xsi:type="dcterms:W3CDTF">2023-05-11T08:23:26Z</dcterms:created>
  <dcterms:modified xsi:type="dcterms:W3CDTF">2023-05-23T19:58:52Z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